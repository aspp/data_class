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4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9" r:id="rId17"/>
    <p:sldId id="280" r:id="rId18"/>
    <p:sldId id="281" r:id="rId19"/>
    <p:sldId id="270" r:id="rId20"/>
    <p:sldId id="289" r:id="rId21"/>
    <p:sldId id="295" r:id="rId22"/>
    <p:sldId id="305" r:id="rId23"/>
    <p:sldId id="304" r:id="rId24"/>
    <p:sldId id="307" r:id="rId25"/>
    <p:sldId id="306" r:id="rId26"/>
    <p:sldId id="271" r:id="rId27"/>
    <p:sldId id="272" r:id="rId28"/>
    <p:sldId id="273" r:id="rId29"/>
    <p:sldId id="308" r:id="rId30"/>
    <p:sldId id="298" r:id="rId31"/>
    <p:sldId id="300" r:id="rId32"/>
    <p:sldId id="301" r:id="rId33"/>
    <p:sldId id="309" r:id="rId34"/>
    <p:sldId id="274" r:id="rId35"/>
    <p:sldId id="275" r:id="rId36"/>
    <p:sldId id="276" r:id="rId37"/>
    <p:sldId id="277" r:id="rId38"/>
    <p:sldId id="278" r:id="rId39"/>
    <p:sldId id="286" r:id="rId40"/>
    <p:sldId id="287" r:id="rId41"/>
    <p:sldId id="288" r:id="rId42"/>
    <p:sldId id="282" r:id="rId4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23"/>
    <p:restoredTop sz="96928"/>
  </p:normalViewPr>
  <p:slideViewPr>
    <p:cSldViewPr snapToGrid="0">
      <p:cViewPr varScale="1">
        <p:scale>
          <a:sx n="143" d="100"/>
          <a:sy n="143" d="100"/>
        </p:scale>
        <p:origin x="240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001C42-ACD7-43EF-8A02-697273F2F1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242EF1-E080-4BE0-80DA-71624264192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E32096-C378-46E7-9662-A59E6F60A8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/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4" name="PlaceHolder 2"/>
          <p:cNvSpPr>
            <a:spLocks noGrp="1"/>
          </p:cNvSpPr>
          <p:nvPr>
            <p:ph type="sldNum" idx="114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4A78FA-EB70-4046-8053-A8E7106D3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Notes Placeholder 5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7846-83A8-F003-6FE6-F33BA9FD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>
            <a:extLst>
              <a:ext uri="{FF2B5EF4-FFF2-40B4-BE49-F238E27FC236}">
                <a16:creationId xmlns:a16="http://schemas.microsoft.com/office/drawing/2014/main" id="{F611D16D-DB32-0B5D-31B5-3BC8D9560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7" name="PlaceHolder 2">
            <a:extLst>
              <a:ext uri="{FF2B5EF4-FFF2-40B4-BE49-F238E27FC236}">
                <a16:creationId xmlns:a16="http://schemas.microsoft.com/office/drawing/2014/main" id="{F83D05F4-3166-C027-69FF-640C2606FF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>
            <a:extLst>
              <a:ext uri="{FF2B5EF4-FFF2-40B4-BE49-F238E27FC236}">
                <a16:creationId xmlns:a16="http://schemas.microsoft.com/office/drawing/2014/main" id="{D168F620-27AE-7B2B-B518-151A99B0F3B6}"/>
              </a:ext>
            </a:extLst>
          </p:cNvPr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CB81B-36F2-4DEE-A9E5-516DDE81E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87184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CA673-E781-AA81-2E47-EE71944CF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>
            <a:extLst>
              <a:ext uri="{FF2B5EF4-FFF2-40B4-BE49-F238E27FC236}">
                <a16:creationId xmlns:a16="http://schemas.microsoft.com/office/drawing/2014/main" id="{30BD5DFE-F2F2-FF82-A70D-269206582B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0" name="PlaceHolder 2">
            <a:extLst>
              <a:ext uri="{FF2B5EF4-FFF2-40B4-BE49-F238E27FC236}">
                <a16:creationId xmlns:a16="http://schemas.microsoft.com/office/drawing/2014/main" id="{9A2A0000-5814-D361-DFCF-D2CABD191EF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>
            <a:extLst>
              <a:ext uri="{FF2B5EF4-FFF2-40B4-BE49-F238E27FC236}">
                <a16:creationId xmlns:a16="http://schemas.microsoft.com/office/drawing/2014/main" id="{C5D9E606-7D9A-6171-FEC9-9E8937B1FBFB}"/>
              </a:ext>
            </a:extLst>
          </p:cNvPr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BC6331-82DC-46A6-99F6-40E53610FA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670373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DFEA9-758C-EEAA-4421-1A491FD0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>
            <a:extLst>
              <a:ext uri="{FF2B5EF4-FFF2-40B4-BE49-F238E27FC236}">
                <a16:creationId xmlns:a16="http://schemas.microsoft.com/office/drawing/2014/main" id="{7555D026-743C-E576-B691-02B40DD90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3" name="PlaceHolder 2">
            <a:extLst>
              <a:ext uri="{FF2B5EF4-FFF2-40B4-BE49-F238E27FC236}">
                <a16:creationId xmlns:a16="http://schemas.microsoft.com/office/drawing/2014/main" id="{E632CA4E-DEBC-DABD-7074-28EF629887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>
            <a:extLst>
              <a:ext uri="{FF2B5EF4-FFF2-40B4-BE49-F238E27FC236}">
                <a16:creationId xmlns:a16="http://schemas.microsoft.com/office/drawing/2014/main" id="{7764F26B-1A52-A8AD-1207-42C9AC6EA58B}"/>
              </a:ext>
            </a:extLst>
          </p:cNvPr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B0B33F-7795-4156-91E4-038DEE4DC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11075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EF1F-1BFA-CD5A-CABF-E3B1EABE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54E4-2AEB-254C-7ECE-3CFEF4A42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832F0-85C1-8FC5-4CF9-5425D632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82CF5-931A-BB8D-D22A-53F3C1A68A9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95776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10F38-B83A-42FB-1F4C-A028B303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CB14C-04DD-B983-DE7E-D755FB2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A25EA-EE65-BCBF-DD1D-E9983EC5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5556-3105-EC6C-A79B-6741B592818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9885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C2396-135D-247B-A8C9-62F70532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00A454-2A23-F9BD-DAFE-2252C443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FBF1-DDBE-343A-6539-65B133D69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30DBF-B918-74B0-0C13-96D43974249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36288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78F2A-FF6F-47E4-0AD0-57BBE723A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F67244-04D0-5705-1980-C3A908B1F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B9D03-A8DA-E9A8-C60E-57DE56560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46E91-1E5A-0093-91D5-0AE0D27E532B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70186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4F808-9E8D-7E5B-4514-16E37E8C8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E20655-7A2E-0765-F6EB-DD2162000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2459C-4FB1-9261-1147-6E05B6CD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1C7A8-8CEF-8916-3936-C71DB20CD44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169273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068-14FD-3653-2F4A-1D299823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BAEE7-4D78-59C3-B846-95C137A24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63EF6-9AEB-8949-A429-5F61D2798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DE192-5CF6-C264-AE95-5D5CE36D738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90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2096-5931-7422-B102-7F4A67485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321D-51F5-0EA7-B0CD-5DC4735C6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6540-BAF9-E5AA-92FA-CE80E0355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FEEB5-2178-4F02-4A7D-3284E30DB3B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084670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DE99-71B5-3ED4-BAEA-96A5DFA1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34D4-87DD-4E2E-0165-88E5B7E07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6DC9E-78A5-C8A7-81D6-7AF1C1F8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A977-A852-8E9B-80E7-60D4BEFA841F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953547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2ACD-D43F-1A40-1AC5-4779D315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68DC1-903A-6562-B519-2537DF01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7B5F-5086-927D-A377-21744D959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74E7D-D86F-5521-3510-20FA833F3A8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8889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13D3F-065C-4B20-FA66-67F06AB03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>
            <a:extLst>
              <a:ext uri="{FF2B5EF4-FFF2-40B4-BE49-F238E27FC236}">
                <a16:creationId xmlns:a16="http://schemas.microsoft.com/office/drawing/2014/main" id="{9CFD71A0-53C7-5C8C-BAA1-97306F06F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6" name="PlaceHolder 2">
            <a:extLst>
              <a:ext uri="{FF2B5EF4-FFF2-40B4-BE49-F238E27FC236}">
                <a16:creationId xmlns:a16="http://schemas.microsoft.com/office/drawing/2014/main" id="{BD50E878-58B5-2EDC-6264-04D6227E00C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>
            <a:extLst>
              <a:ext uri="{FF2B5EF4-FFF2-40B4-BE49-F238E27FC236}">
                <a16:creationId xmlns:a16="http://schemas.microsoft.com/office/drawing/2014/main" id="{87CFCBF8-E2C5-56C0-E97C-3E48D384DBA9}"/>
              </a:ext>
            </a:extLst>
          </p:cNvPr>
          <p:cNvSpPr>
            <a:spLocks noGrp="1"/>
          </p:cNvSpPr>
          <p:nvPr>
            <p:ph type="sldNum" idx="118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D124DA-8B45-46ED-8FF7-7B07FDD172F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5240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6987CF-7650-4637-B89B-3426776609B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DEA467-5DED-4BE0-82E6-5EF7536E468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51D383-8BE4-4D86-B32E-EA6F4EC497C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CCA44B-75FF-4F80-A6C5-31823BD4542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BEA428-0D71-4D0E-A007-D551110C1CC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CH" sz="1200" b="0" u="none" strike="noStrike" kern="1200" noProof="0" dirty="0" smtClean="0">
                <a:solidFill>
                  <a:schemeClr val="bg1">
                    <a:lumMod val="6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r>
              <a:rPr lang="en-GB"/>
              <a:t>Data, v3.0</a:t>
            </a:r>
            <a:endParaRPr lang="en-GB" dirty="0"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fld id="{9A5B8DFA-FB31-4C13-B9C1-F7FB45CFFB09}" type="slidenum">
              <a:rPr lang="en-CH" smtClean="0"/>
              <a:pPr/>
              <a:t>‹#›</a:t>
            </a:fld>
            <a:endParaRPr lang="en-CH"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78DE0D-40B8-4AD6-9555-8FCDEE4E7E9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90716-14E6-4794-880C-4B3C7F4A0E3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24D83B-9B9C-4FB5-8262-04BB5629952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C6DC31-8F36-4991-B964-4A684501E5D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A35F8-32EB-4866-90CE-E7F7BB54D50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CFCBE0-D3A1-424F-A1A4-511EB376852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15FF12-41C1-4F39-A693-0FEFDB25C8C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6D4B11-FB66-431D-9A06-47578200C12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472CA3-DAE7-4AFB-97E3-F6AB8B18C7F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AAEFD-C435-43F1-B023-83CF996B8F4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9F262-E824-4AC0-AF2C-F2E2B6D39D6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B9EC53-DCE4-41FE-BEA0-C0B46656D65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999DB-FCEC-4996-A4FB-817656C836A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410447-D8B1-4E2D-B113-45A81ACB934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8F0785-59AA-4995-AAE4-E56ACB85C5A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667B7A-D913-4875-A2BF-3232251D93E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762F64-64B4-4841-B2F6-7E251DD311A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970D287C-E07C-44D5-B430-429B6B5F3EE8}" type="slidenum">
              <a:rPr/>
              <a:t>1</a:t>
            </a:fld>
            <a:endParaRPr/>
          </a:p>
        </p:txBody>
      </p:sp>
      <p:sp>
        <p:nvSpPr>
          <p:cNvPr id="149" name="PlaceHolder 1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2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rPr lang="en-GB" dirty="0"/>
              <a:t>Data, v3.0</a:t>
            </a:r>
            <a:endParaRPr dirty="0"/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42D8D466-CA19-4EEB-9A98-B349C59F5CA8}" type="slidenum">
              <a:rPr/>
              <a:t>2</a:t>
            </a:fld>
            <a:endParaRPr/>
          </a:p>
        </p:txBody>
      </p:sp>
      <p:sp>
        <p:nvSpPr>
          <p:cNvPr id="154" name="PlaceHolder 3"/>
          <p:cNvSpPr>
            <a:spLocks noGrp="1"/>
          </p:cNvSpPr>
          <p:nvPr>
            <p:ph type="dt" idx="57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 dirty="0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530484"/>
            <a:ext cx="10514880" cy="464567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lang="en-CH" sz="28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Efficient machine-native implementation 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52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174ED62-3A5A-4555-8867-54EED906BD75}" type="slidenum">
              <a:rPr/>
              <a:t>3</a:t>
            </a:fld>
            <a:endParaRPr/>
          </a:p>
        </p:txBody>
      </p:sp>
      <p:sp>
        <p:nvSpPr>
          <p:cNvPr id="159" name="PlaceHolder 3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 idx="4294967295"/>
          </p:nvPr>
        </p:nvSpPr>
        <p:spPr>
          <a:xfrm>
            <a:off x="966281" y="1264256"/>
            <a:ext cx="10514880" cy="3976687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B69005C-7063-4B68-A3C2-A8059B4D03B0}" type="slidenum">
              <a:rPr/>
              <a:t>4</a:t>
            </a:fld>
            <a:endParaRPr/>
          </a:p>
        </p:txBody>
      </p:sp>
      <p:sp>
        <p:nvSpPr>
          <p:cNvPr id="171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11624DA-98A5-4FDB-BA21-A391D4A3E667}" type="slidenum">
              <a:rPr/>
              <a:t>5</a:t>
            </a:fld>
            <a:endParaRPr/>
          </a:p>
        </p:txBody>
      </p:sp>
      <p:sp>
        <p:nvSpPr>
          <p:cNvPr id="177" name="PlaceHolder 3"/>
          <p:cNvSpPr>
            <a:spLocks noGrp="1"/>
          </p:cNvSpPr>
          <p:nvPr>
            <p:ph type="dt" idx="5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09300" y="1688650"/>
            <a:ext cx="10972440" cy="397774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machine-nativeness of the data structure means that common operations and algorithms can be implemented with less per-element overhead, making them faster than a Python list-of-lists</a:t>
            </a:r>
            <a:b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b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r>
              <a:rPr lang="en-CH" sz="2400" dirty="0">
                <a:solidFill>
                  <a:srgbClr val="000000"/>
                </a:solidFill>
                <a:latin typeface="Calibri"/>
              </a:rPr>
              <a:t>Big-O complexity is the same. E.g., square matrix multiplication is still O(n³)</a:t>
            </a:r>
            <a:endParaRPr lang="en-CH" sz="2400" baseline="30000" dirty="0">
              <a:solidFill>
                <a:srgbClr val="000000"/>
              </a:solidFill>
              <a:latin typeface="Calibri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u="none" strike="noStrike" baseline="30000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</a:t>
            </a:r>
            <a:r>
              <a:rPr lang="en-US" sz="1400" b="0" u="none" strike="noStrike" dirty="0" err="1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OpenBLAS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that implements a O(n**3) algorithm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6</a:t>
            </a:fld>
            <a:endParaRPr/>
          </a:p>
        </p:txBody>
      </p:sp>
      <p:sp>
        <p:nvSpPr>
          <p:cNvPr id="18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/>
          <p:cNvGraphicFramePr/>
          <p:nvPr/>
        </p:nvGraphicFramePr>
        <p:xfrm>
          <a:off x="124560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7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8" name="Table 15"/>
          <p:cNvGraphicFramePr/>
          <p:nvPr/>
        </p:nvGraphicFramePr>
        <p:xfrm>
          <a:off x="8210880" y="338400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9" name="TextBox 16"/>
          <p:cNvSpPr/>
          <p:nvPr/>
        </p:nvSpPr>
        <p:spPr>
          <a:xfrm>
            <a:off x="8148960" y="297756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riangle 26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9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3" name="Table 23"/>
          <p:cNvGraphicFramePr/>
          <p:nvPr/>
        </p:nvGraphicFramePr>
        <p:xfrm>
          <a:off x="124092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7081BE80-10E3-4B16-AED9-B33E9CE07884}" type="slidenum">
              <a:rPr/>
              <a:t>7</a:t>
            </a:fld>
            <a:endParaRPr/>
          </a:p>
        </p:txBody>
      </p:sp>
      <p:sp>
        <p:nvSpPr>
          <p:cNvPr id="19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96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7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6"/>
          <p:cNvSpPr/>
          <p:nvPr/>
        </p:nvSpPr>
        <p:spPr>
          <a:xfrm>
            <a:off x="7491960" y="381492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riangle 20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20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3" name="Table 22"/>
          <p:cNvGraphicFramePr/>
          <p:nvPr/>
        </p:nvGraphicFramePr>
        <p:xfrm>
          <a:off x="7597080" y="4264560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25120" y="4338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9B9DB0-4BB1-4035-9D8C-B046F6439D11}" type="slidenum">
              <a:rPr/>
              <a:t>8</a:t>
            </a:fld>
            <a:endParaRPr/>
          </a:p>
        </p:txBody>
      </p:sp>
      <p:sp>
        <p:nvSpPr>
          <p:cNvPr id="20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375240" y="18176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6"/>
          <p:cNvGraphicFramePr/>
          <p:nvPr/>
        </p:nvGraphicFramePr>
        <p:xfrm>
          <a:off x="6588720" y="3611160"/>
          <a:ext cx="4544640" cy="29556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8" name="Table 8"/>
          <p:cNvGraphicFramePr/>
          <p:nvPr/>
        </p:nvGraphicFramePr>
        <p:xfrm>
          <a:off x="6588720" y="4389120"/>
          <a:ext cx="1353600" cy="999000"/>
        </p:xfrm>
        <a:graphic>
          <a:graphicData uri="http://schemas.openxmlformats.org/drawingml/2006/table">
            <a:tbl>
              <a:tblPr/>
              <a:tblGrid>
                <a:gridCol w="3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" name="Table 9"/>
          <p:cNvGraphicFramePr/>
          <p:nvPr/>
        </p:nvGraphicFramePr>
        <p:xfrm>
          <a:off x="6588720" y="2163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0" name="Table 10"/>
          <p:cNvGraphicFramePr/>
          <p:nvPr/>
        </p:nvGraphicFramePr>
        <p:xfrm>
          <a:off x="767520" y="1214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15960" y="784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67520" y="33022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8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4172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21870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7"/>
          <p:cNvSpPr/>
          <p:nvPr/>
        </p:nvSpPr>
        <p:spPr>
          <a:xfrm>
            <a:off x="8136000" y="270000"/>
            <a:ext cx="3204000" cy="1614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NumPy can execute a command by just changing the metadata, it does.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result is a </a:t>
            </a:r>
            <a:r>
              <a:rPr lang="en-CH" sz="2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new view of the same data in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/>
        </p:nvGraphicFramePr>
        <p:xfrm>
          <a:off x="3859560" y="33321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81764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/>
        </p:nvGraphicFramePr>
        <p:xfrm>
          <a:off x="3859560" y="44773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0" name="Table 22"/>
          <p:cNvGraphicFramePr/>
          <p:nvPr/>
        </p:nvGraphicFramePr>
        <p:xfrm>
          <a:off x="3859560" y="21873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5324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x.reshape((2, 6))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/>
        </p:nvGraphicFramePr>
        <p:xfrm>
          <a:off x="3859560" y="56221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3" name="Table 28"/>
          <p:cNvGraphicFramePr/>
          <p:nvPr/>
        </p:nvGraphicFramePr>
        <p:xfrm>
          <a:off x="6588720" y="5738040"/>
          <a:ext cx="2272320" cy="59112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10AB7B5-445C-4251-8C8E-CF8E9509A145}" type="slidenum">
              <a:rPr/>
              <a:t>9</a:t>
            </a:fld>
            <a:endParaRPr/>
          </a:p>
        </p:txBody>
      </p:sp>
      <p:sp>
        <p:nvSpPr>
          <p:cNvPr id="22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lang="en-CH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1B48600B-6A07-4E09-AC68-C02BCEE613EF}" type="slidenum">
              <a:rPr/>
              <a:t>10</a:t>
            </a:fld>
            <a:endParaRPr/>
          </a:p>
        </p:txBody>
      </p:sp>
      <p:sp>
        <p:nvSpPr>
          <p:cNvPr id="228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0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6">
            <a:extLst>
              <a:ext uri="{FF2B5EF4-FFF2-40B4-BE49-F238E27FC236}">
                <a16:creationId xmlns:a16="http://schemas.microsoft.com/office/drawing/2014/main" id="{F080179B-350A-FB04-245E-4100F298D0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127368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FE333E5-57FA-48F5-BD1F-F0DACC2F8714}" type="slidenum">
              <a:rPr/>
              <a:t>11</a:t>
            </a:fld>
            <a:endParaRPr/>
          </a:p>
        </p:txBody>
      </p:sp>
      <p:sp>
        <p:nvSpPr>
          <p:cNvPr id="24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>
            <p:extLst>
              <p:ext uri="{D42A27DB-BD31-4B8C-83A1-F6EECF244321}">
                <p14:modId xmlns:p14="http://schemas.microsoft.com/office/powerpoint/2010/main" val="1089834933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5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4771084-85BB-F4DD-367A-00DB29422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9078829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52AEB28-D12D-4131-B88B-7D50F0936FC1}" type="slidenum">
              <a:rPr/>
              <a:t>12</a:t>
            </a:fld>
            <a:endParaRPr/>
          </a:p>
        </p:txBody>
      </p:sp>
      <p:sp>
        <p:nvSpPr>
          <p:cNvPr id="26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5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3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13</a:t>
            </a:fld>
            <a:endParaRPr/>
          </a:p>
        </p:txBody>
      </p:sp>
      <p:sp>
        <p:nvSpPr>
          <p:cNvPr id="27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81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7" name="TextBox 13"/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vs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19218EB-1F89-478F-A9A7-427F287ABEE7}" type="slidenum">
              <a:rPr/>
              <a:t>14</a:t>
            </a:fld>
            <a:endParaRPr/>
          </a:p>
        </p:txBody>
      </p:sp>
      <p:sp>
        <p:nvSpPr>
          <p:cNvPr id="300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01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02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3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7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8" name="TextBox 15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???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1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31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31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1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8" name="TextBox 14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6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3">
            <a:extLst>
              <a:ext uri="{FF2B5EF4-FFF2-40B4-BE49-F238E27FC236}">
                <a16:creationId xmlns:a16="http://schemas.microsoft.com/office/drawing/2014/main" id="{30E49534-FFE0-AA12-B2CA-98B0CA437EF9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9B75B-427B-43CC-9AA2-2E64DFB1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>
            <a:extLst>
              <a:ext uri="{FF2B5EF4-FFF2-40B4-BE49-F238E27FC236}">
                <a16:creationId xmlns:a16="http://schemas.microsoft.com/office/drawing/2014/main" id="{AD157AD1-3474-CD7E-11A5-90E0D8449A0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289693D-9F6C-EAC1-340E-5CA74D6B4B5F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E90DF74B-B7AC-1A8E-7382-BEECA1CAC180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E55838D-478B-4A4B-820B-57616DA85180}" type="slidenum">
              <a:rPr/>
              <a:t>15</a:t>
            </a:fld>
            <a:endParaRPr/>
          </a:p>
        </p:txBody>
      </p:sp>
      <p:sp>
        <p:nvSpPr>
          <p:cNvPr id="382" name="PlaceHolder 2">
            <a:extLst>
              <a:ext uri="{FF2B5EF4-FFF2-40B4-BE49-F238E27FC236}">
                <a16:creationId xmlns:a16="http://schemas.microsoft.com/office/drawing/2014/main" id="{E1DEB2EC-DD55-641C-E56A-A8EC12CB7277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>
            <a:extLst>
              <a:ext uri="{FF2B5EF4-FFF2-40B4-BE49-F238E27FC236}">
                <a16:creationId xmlns:a16="http://schemas.microsoft.com/office/drawing/2014/main" id="{1109410C-37C3-9716-0C3A-C274D3E01639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4" name="TextBox 7">
            <a:extLst>
              <a:ext uri="{FF2B5EF4-FFF2-40B4-BE49-F238E27FC236}">
                <a16:creationId xmlns:a16="http://schemas.microsoft.com/office/drawing/2014/main" id="{A4279FB1-6C6D-AD2C-CD38-2A91B3D9A094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>
            <a:extLst>
              <a:ext uri="{FF2B5EF4-FFF2-40B4-BE49-F238E27FC236}">
                <a16:creationId xmlns:a16="http://schemas.microsoft.com/office/drawing/2014/main" id="{E4409319-40B2-490A-B8D8-EA736D6ACE16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>
            <a:extLst>
              <a:ext uri="{FF2B5EF4-FFF2-40B4-BE49-F238E27FC236}">
                <a16:creationId xmlns:a16="http://schemas.microsoft.com/office/drawing/2014/main" id="{66283554-2B46-76D8-C90D-E27899DF237C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7" name="TextBox 18">
            <a:extLst>
              <a:ext uri="{FF2B5EF4-FFF2-40B4-BE49-F238E27FC236}">
                <a16:creationId xmlns:a16="http://schemas.microsoft.com/office/drawing/2014/main" id="{A0417DCE-8F40-D62B-8E03-E36410E2779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>
            <a:extLst>
              <a:ext uri="{FF2B5EF4-FFF2-40B4-BE49-F238E27FC236}">
                <a16:creationId xmlns:a16="http://schemas.microsoft.com/office/drawing/2014/main" id="{5CCA8912-0888-C26E-A86A-1AB646D06135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89" name="TextBox 23">
            <a:extLst>
              <a:ext uri="{FF2B5EF4-FFF2-40B4-BE49-F238E27FC236}">
                <a16:creationId xmlns:a16="http://schemas.microsoft.com/office/drawing/2014/main" id="{F593CE0D-9E7D-F8F3-E426-3216C00A4305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>
            <a:extLst>
              <a:ext uri="{FF2B5EF4-FFF2-40B4-BE49-F238E27FC236}">
                <a16:creationId xmlns:a16="http://schemas.microsoft.com/office/drawing/2014/main" id="{62222F94-E110-1288-2CDA-59D4794FEEE0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49304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B3040-3A00-60D7-80A9-7A5C942B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>
            <a:extLst>
              <a:ext uri="{FF2B5EF4-FFF2-40B4-BE49-F238E27FC236}">
                <a16:creationId xmlns:a16="http://schemas.microsoft.com/office/drawing/2014/main" id="{FD39CEC8-7339-8BA0-D9DD-D5735552793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387A4008-644B-C2F6-D946-74DF9393E80A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4DA09A7-91A8-64C2-D386-429A47476E1A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B2F3B2C-D770-4D6C-AA49-8799C2E506E6}" type="slidenum">
              <a:rPr/>
              <a:t>16</a:t>
            </a:fld>
            <a:endParaRPr/>
          </a:p>
        </p:txBody>
      </p:sp>
      <p:sp>
        <p:nvSpPr>
          <p:cNvPr id="392" name="PlaceHolder 2">
            <a:extLst>
              <a:ext uri="{FF2B5EF4-FFF2-40B4-BE49-F238E27FC236}">
                <a16:creationId xmlns:a16="http://schemas.microsoft.com/office/drawing/2014/main" id="{06193B83-C7D3-E4F1-ED52-F3AFFFB95A6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>
            <a:extLst>
              <a:ext uri="{FF2B5EF4-FFF2-40B4-BE49-F238E27FC236}">
                <a16:creationId xmlns:a16="http://schemas.microsoft.com/office/drawing/2014/main" id="{33A0758C-F837-A95B-42D6-0C8809CABACE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4" name="TextBox 7">
            <a:extLst>
              <a:ext uri="{FF2B5EF4-FFF2-40B4-BE49-F238E27FC236}">
                <a16:creationId xmlns:a16="http://schemas.microsoft.com/office/drawing/2014/main" id="{ABAFBA11-7EE8-A4EE-7BC5-584FBA428A63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>
            <a:extLst>
              <a:ext uri="{FF2B5EF4-FFF2-40B4-BE49-F238E27FC236}">
                <a16:creationId xmlns:a16="http://schemas.microsoft.com/office/drawing/2014/main" id="{0B16A48D-36C9-91DC-B10E-8F80A82FFA57}"/>
              </a:ext>
            </a:extLst>
          </p:cNvPr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>
            <a:extLst>
              <a:ext uri="{FF2B5EF4-FFF2-40B4-BE49-F238E27FC236}">
                <a16:creationId xmlns:a16="http://schemas.microsoft.com/office/drawing/2014/main" id="{A9DAC4B8-5273-279E-0AEE-2444058A8A8A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>
            <a:extLst>
              <a:ext uri="{FF2B5EF4-FFF2-40B4-BE49-F238E27FC236}">
                <a16:creationId xmlns:a16="http://schemas.microsoft.com/office/drawing/2014/main" id="{006E947F-7673-7C06-5E6C-9AF4318B85A4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8" name="Table 11">
            <a:extLst>
              <a:ext uri="{FF2B5EF4-FFF2-40B4-BE49-F238E27FC236}">
                <a16:creationId xmlns:a16="http://schemas.microsoft.com/office/drawing/2014/main" id="{D7E477BB-3535-59AF-3D65-13386E90DD8F}"/>
              </a:ext>
            </a:extLst>
          </p:cNvPr>
          <p:cNvGraphicFramePr/>
          <p:nvPr/>
        </p:nvGraphicFramePr>
        <p:xfrm>
          <a:off x="7032240" y="3105720"/>
          <a:ext cx="3959280" cy="14616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9" name="TextBox 18">
            <a:extLst>
              <a:ext uri="{FF2B5EF4-FFF2-40B4-BE49-F238E27FC236}">
                <a16:creationId xmlns:a16="http://schemas.microsoft.com/office/drawing/2014/main" id="{819C6EB4-AA59-58B6-698E-5168DC29631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>
            <a:extLst>
              <a:ext uri="{FF2B5EF4-FFF2-40B4-BE49-F238E27FC236}">
                <a16:creationId xmlns:a16="http://schemas.microsoft.com/office/drawing/2014/main" id="{15152B56-8C10-6452-6DBF-58B76AF64441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1" name="TextBox 22">
            <a:extLst>
              <a:ext uri="{FF2B5EF4-FFF2-40B4-BE49-F238E27FC236}">
                <a16:creationId xmlns:a16="http://schemas.microsoft.com/office/drawing/2014/main" id="{94F152D7-0C37-44EB-2D4B-99515EDACD8F}"/>
              </a:ext>
            </a:extLst>
          </p:cNvPr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>
            <a:extLst>
              <a:ext uri="{FF2B5EF4-FFF2-40B4-BE49-F238E27FC236}">
                <a16:creationId xmlns:a16="http://schemas.microsoft.com/office/drawing/2014/main" id="{29EF9F35-CCBE-DDC2-A5D2-B3D6E7A60E5A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>
            <a:extLst>
              <a:ext uri="{FF2B5EF4-FFF2-40B4-BE49-F238E27FC236}">
                <a16:creationId xmlns:a16="http://schemas.microsoft.com/office/drawing/2014/main" id="{BFA82049-4EBD-1D39-FF05-D9E7909FD66A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4" name="Rectangle 2">
            <a:extLst>
              <a:ext uri="{FF2B5EF4-FFF2-40B4-BE49-F238E27FC236}">
                <a16:creationId xmlns:a16="http://schemas.microsoft.com/office/drawing/2014/main" id="{742A8E56-DB5F-93E6-B8A5-EA3E5500C331}"/>
              </a:ext>
            </a:extLst>
          </p:cNvPr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283316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F32A5-ABBC-E59F-67EF-39C75DA52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>
            <a:extLst>
              <a:ext uri="{FF2B5EF4-FFF2-40B4-BE49-F238E27FC236}">
                <a16:creationId xmlns:a16="http://schemas.microsoft.com/office/drawing/2014/main" id="{98B1D540-A6DB-2F9C-8672-D66C846D4A0E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A091E72E-4B11-1A6C-F59A-8C814901D7C2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25EEC9C-BA9A-EF44-CC10-062499D55526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17</a:t>
            </a:fld>
            <a:endParaRPr/>
          </a:p>
        </p:txBody>
      </p:sp>
      <p:sp>
        <p:nvSpPr>
          <p:cNvPr id="406" name="PlaceHolder 2">
            <a:extLst>
              <a:ext uri="{FF2B5EF4-FFF2-40B4-BE49-F238E27FC236}">
                <a16:creationId xmlns:a16="http://schemas.microsoft.com/office/drawing/2014/main" id="{1FAC0D84-6D55-15F1-31A5-7FE40BB357D4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>
            <a:extLst>
              <a:ext uri="{FF2B5EF4-FFF2-40B4-BE49-F238E27FC236}">
                <a16:creationId xmlns:a16="http://schemas.microsoft.com/office/drawing/2014/main" id="{692E3789-66D3-BA42-53BE-87FEA890157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058025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18</a:t>
            </a:fld>
            <a:endParaRPr/>
          </a:p>
        </p:txBody>
      </p:sp>
      <p:sp>
        <p:nvSpPr>
          <p:cNvPr id="32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/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numpy_view_or_copy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view_or_copy_interactive.ipynb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A4FE443-147F-F99B-17EA-4301085C8BED}"/>
              </a:ext>
            </a:extLst>
          </p:cNvPr>
          <p:cNvSpPr/>
          <p:nvPr/>
        </p:nvSpPr>
        <p:spPr>
          <a:xfrm>
            <a:off x="7060019" y="232200"/>
            <a:ext cx="4896108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strike="noStrike" spc="-1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7" name="Graphic 1">
            <a:extLst>
              <a:ext uri="{FF2B5EF4-FFF2-40B4-BE49-F238E27FC236}">
                <a16:creationId xmlns:a16="http://schemas.microsoft.com/office/drawing/2014/main" id="{430A774F-E081-25F0-44A4-5A341FAC6C9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9569" y="36504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67AB981A-35BD-7BAF-79DF-94A49BD05A63}"/>
              </a:ext>
            </a:extLst>
          </p:cNvPr>
          <p:cNvSpPr/>
          <p:nvPr/>
        </p:nvSpPr>
        <p:spPr>
          <a:xfrm>
            <a:off x="8000713" y="307433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strike="noStrike" spc="-1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lang="en-GB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CD728AAA-452D-02B2-FAC0-61A41B4A2DA6}"/>
              </a:ext>
            </a:extLst>
          </p:cNvPr>
          <p:cNvSpPr/>
          <p:nvPr/>
        </p:nvSpPr>
        <p:spPr>
          <a:xfrm>
            <a:off x="8053149" y="555597"/>
            <a:ext cx="37671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notebooks/020_numpy/</a:t>
            </a:r>
            <a:br>
              <a:rPr sz="1400" dirty="0"/>
            </a:b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015_assignment_by_reference.ipynb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">
            <a:extLst>
              <a:ext uri="{FF2B5EF4-FFF2-40B4-BE49-F238E27FC236}">
                <a16:creationId xmlns:a16="http://schemas.microsoft.com/office/drawing/2014/main" id="{DC1CF3B5-2BA5-0C25-A4BA-9FAA512D71DC}"/>
              </a:ext>
            </a:extLst>
          </p:cNvPr>
          <p:cNvSpPr txBox="1">
            <a:spLocks/>
          </p:cNvSpPr>
          <p:nvPr/>
        </p:nvSpPr>
        <p:spPr>
          <a:xfrm>
            <a:off x="371694" y="2322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dirty="0">
                <a:solidFill>
                  <a:srgbClr val="000000"/>
                </a:solidFill>
                <a:latin typeface="Calibri Light"/>
              </a:rPr>
              <a:t>Setting up a pet shop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1B9DCDD-5B5C-8C47-7438-1E28F7BD47FE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D80134FA-FF7D-8486-F5D6-7D7280AE4D09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14EA66B-39A2-4AB0-F978-C537B530B80B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46426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6E0A-0195-D5CF-9E0E-C68AA5F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2E44-3FE5-0921-2737-F78D7D77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</a:p>
        </p:txBody>
      </p:sp>
      <p:sp>
        <p:nvSpPr>
          <p:cNvPr id="57" name="Footer Placeholder 56">
            <a:extLst>
              <a:ext uri="{FF2B5EF4-FFF2-40B4-BE49-F238E27FC236}">
                <a16:creationId xmlns:a16="http://schemas.microsoft.com/office/drawing/2014/main" id="{591C6F3B-2458-3E85-D995-9C5BCD4CF06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Slide Number Placeholder 57">
            <a:extLst>
              <a:ext uri="{FF2B5EF4-FFF2-40B4-BE49-F238E27FC236}">
                <a16:creationId xmlns:a16="http://schemas.microsoft.com/office/drawing/2014/main" id="{B42FD2D3-32D7-9B6B-C84F-3F4EB241BD2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Date Placeholder 55">
            <a:extLst>
              <a:ext uri="{FF2B5EF4-FFF2-40B4-BE49-F238E27FC236}">
                <a16:creationId xmlns:a16="http://schemas.microsoft.com/office/drawing/2014/main" id="{930843EB-2620-69E5-3197-8F810625B474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556654-257F-60A2-64FB-6A2D5068A40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3D007B-DB00-2929-DF51-FF3A2FABDD49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240E4-C481-0684-BA8B-28AD14E55252}"/>
              </a:ext>
            </a:extLst>
          </p:cNvPr>
          <p:cNvSpPr txBox="1"/>
          <p:nvPr/>
        </p:nvSpPr>
        <p:spPr>
          <a:xfrm>
            <a:off x="838080" y="1267920"/>
            <a:ext cx="521673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/>
              <a:t>🦜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058295-B69C-E2D9-6E2F-F667C48313EB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6F74A9-26C8-53D0-6E91-0F7BCBACCE4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601CD-E827-B2C7-C902-D6B65D0D8BD8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38F527-525B-D4C0-4A24-1FDAC28CE1B0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0FE04E1-1604-450F-A95A-78D72AA3FF6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12F905B-4C58-F436-B794-74754094B70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D334B2-435F-052F-4C35-E322D9F4E563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799281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E93F-D178-D067-49A5-6A78014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9F6BD-A8A1-F8B3-6E0F-997CC35A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74AFF1-F058-6033-9819-9BB12FD7679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FA2D08-179B-4C9D-3087-1C767EDB5BB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1773BF-F8F7-BB5D-31E3-E0703ABEA87B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6234B-9469-4124-DE19-6E8460643910}"/>
              </a:ext>
            </a:extLst>
          </p:cNvPr>
          <p:cNvSpPr txBox="1"/>
          <p:nvPr/>
        </p:nvSpPr>
        <p:spPr>
          <a:xfrm>
            <a:off x="838080" y="1267920"/>
            <a:ext cx="521673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494DE2-8025-8794-B191-9151BA52DDC5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CA78B-E1F9-1483-BCC3-E1F0BA94530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577DD-9E30-53B7-D27D-21A65FF3F24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45EFD1-1B42-D01C-2DA7-F4529194E62F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940015F-F104-12AC-2EE9-AF084FCB7CA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AE7F48B-CC8A-0856-B020-4670436516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23490-F567-B401-8B26-1E9F83FEDAE0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217BF6-6C2C-35B8-C6E5-8934826E843F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3C963E-CDC0-C983-5C45-A9C9AB77E15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42A3A-0B6C-DD2D-62F7-B94DFD6EFBF7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3D2687-C21B-C81B-2685-004EFC996BC0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DB4E7-9F2F-AA70-7590-50C50B35A7A4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70475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15CD-B4B7-53A2-BDAE-B4B64FCE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A153-0E7B-46AA-DCA3-8ED1C503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26857B-B5F7-0AFA-4673-1FB95F76B184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847985-CB63-2945-3072-C5C25755A2C2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CCE932-7C42-943A-A75F-6C2A9437EE3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1DB8E-466C-068E-B32B-4086AE828B17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ED6C2-3C20-5292-3752-67121AE49421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9417DF-F5EC-746F-8122-EB21D92D346F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2740" cy="1121046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90EF2C-E880-1E42-D135-4C4092AFEA98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7A5C64-23D9-E99C-07E7-C8CB8D0063E1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44AE6-16D1-9CCE-B390-1FF2E378EAC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5AA9B-5E64-217D-7E87-071B1A98E5FA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C6265C-E2D9-7F25-0BB1-08FCA648146F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15857A-D5F2-F1BE-5BFC-4A55FEAC0007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607A14-981C-78EC-ED37-7DE67478709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D2013D9-0E13-35B6-327F-45D3E292CAF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6124284-9D20-8998-6C83-43F587B74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09CB8A4-E710-1D71-A035-8BDEB116D0CA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778CE19-9440-D164-7F90-99B5DD6B21D5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B84593F-8C33-414D-7CC6-9ED20225EEA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FA23FA-8A9C-A38C-B9DE-FF94C2D8ADE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50784-F5AB-8625-0E1B-103CC8A159B2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296FDA-D414-CAB8-3A32-71E5FC9C65CE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0D4EFA-D28C-ADCF-3129-CC0022F376E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043675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8CEE6-6AEE-65C6-AC1B-A6AA0DD38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64E41-DA06-61E3-FF26-1C856A246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61FB4E7-C103-0A5C-F0FB-14D961E78501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0537DEC-75A8-B623-ED68-7533023AA1CC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A100596-F114-255E-7491-FEB2D1DE7389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F5A3FA5-828E-0E06-7530-BEA6A27CFE4F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1B90235-C39E-91C1-37DB-BD40D80DA148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24A88FA-142A-7A5A-3907-08FF6142E0A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849838A-689D-8204-6ADD-75315708A98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9D292E-0D48-AB19-665D-34F98462656F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DFD849-C76F-C777-9FBE-046DB5E18E69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sz="2000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20802-F607-60B3-CCFE-6780B5A1C051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87906E-F14D-8A8E-88D6-48428BDFDC33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4898AB-E8DE-D7A3-58CD-55CC74D938C9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E70758-8B48-1C1B-6C09-D97AE098FE5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A99B43D-6483-49AF-76F9-BE4B1172C876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FB01C8F7-EA62-E88A-B931-5EF3AD27E76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0DE17D6-603A-8E48-C5ED-68EFA7832020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34D1F0-7440-74CC-077E-5299674320C5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8F2F3-6A59-438E-CB5C-09F31EACFD4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36406F2-8EB6-A013-988B-333ED391B238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3D9EF99-4AA6-3305-55FF-8E719506417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7320550-78EB-6D6C-1E66-A6411E7B6FC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F6864C-F920-C34C-EFC1-9EFEBD08DFBB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97AD0F-3B98-4305-4B8E-E441234FE3F8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4131276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5AC39-32E2-C914-16EA-79D92A601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02F0C-6130-A844-0ADD-1923D543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976A47-4DCD-33D9-8CD7-B98B673E8D9D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3D1525D-31D0-64BD-6B40-EC8BFB387BE3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7A466C-13AF-FFA4-E126-713F9376A7BE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2674C3-12F2-C049-9744-EED057BDA840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BE5C02-F9E3-14FF-770B-CB1F212A8DCA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958A227-5169-2D1B-6B59-C2A5B05EAEE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BDEE1E3-4628-679A-0233-912B00F297D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CD699E-DF38-F536-223D-240488623AA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20D64F-EB22-8913-44B7-69E90AEEFD7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CDFA22-4F14-D47D-7793-733AABF7499D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23218D-60EE-E101-6C82-4E3C4A477421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15519B-6D35-AD36-42B1-CE8E81F6481B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E42CE8-3A69-AA7D-FD37-F86AFAB3341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2959EB-D942-3795-BAB6-21B54D5E681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22176F13-CF1D-393D-9936-E32991E45A50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AEA1B56-CBAE-746C-AF7A-9616B8FF7B5A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E24985-6C8E-7EB8-FF44-6943F5AC1196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54CB04-F984-7B37-3C77-3E542A3C0A6C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C25BEC7-0F89-8E82-7CA8-340B5109C6C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2EB7D5E-2AC8-F7AA-325B-7224DBE50063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67FA762-20A6-17E0-1E84-53273936ED5D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BE562-6FCD-412D-E671-6AB1293E66B3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450DC-F7D5-D4E7-C871-81B23387A040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220379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671F3FF4-E227-4FEF-97CF-40A32775034B}" type="slidenum">
              <a:rPr/>
              <a:t>25</a:t>
            </a:fld>
            <a:endParaRPr/>
          </a:p>
        </p:txBody>
      </p:sp>
      <p:sp>
        <p:nvSpPr>
          <p:cNvPr id="32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 dirty="0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36" name="Curved Connector 15"/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37" name="Picture 5"/>
          <p:cNvPicPr/>
          <p:nvPr/>
        </p:nvPicPr>
        <p:blipFill>
          <a:blip r:embed="rId2"/>
          <a:srcRect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AE65189-9B10-461A-A3C8-43ADCBFFE169}" type="slidenum">
              <a:rPr/>
              <a:t>26</a:t>
            </a:fld>
            <a:endParaRPr/>
          </a:p>
        </p:txBody>
      </p:sp>
      <p:sp>
        <p:nvSpPr>
          <p:cNvPr id="33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47" name="Picture 5"/>
          <p:cNvPicPr/>
          <p:nvPr/>
        </p:nvPicPr>
        <p:blipFill>
          <a:blip r:embed="rId2"/>
          <a:srcRect t="54652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5EEF6711-59B6-8AFD-3AC4-722320DFA6AD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E655F535-ACA4-4F1F-903A-1286A96F4D5A}" type="slidenum">
              <a:rPr/>
              <a:t>27</a:t>
            </a:fld>
            <a:endParaRPr/>
          </a:p>
        </p:txBody>
      </p:sp>
      <p:sp>
        <p:nvSpPr>
          <p:cNvPr id="34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/>
          <p:cNvPicPr/>
          <p:nvPr/>
        </p:nvPicPr>
        <p:blipFill>
          <a:blip r:embed="rId2"/>
          <a:srcRect t="54652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0362334E-72F1-553D-499C-DA2934A315BE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DC953-10FC-9DDB-87B9-8EB7C72F0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9C48C-DD52-460B-71C7-901C40DB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89FA89-5A54-636C-132B-F9C39A2BE48A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380EB-E6DE-A0BA-63CB-8298D5F014C9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E92AB8-E469-50A9-DF72-20CC859345C4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93831-82FE-ECB2-91D3-1FA3BC0FBE6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19B333-81EA-E964-FF68-6E616F863DC6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8171943-7E24-44D8-9161-D12AB7D50CB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DCA6C2-3D16-CCAA-9F8E-ED5F35AD2821}"/>
              </a:ext>
            </a:extLst>
          </p:cNvPr>
          <p:cNvSpPr txBox="1"/>
          <p:nvPr/>
        </p:nvSpPr>
        <p:spPr>
          <a:xfrm>
            <a:off x="622286" y="5496434"/>
            <a:ext cx="2648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92D9F3-8BE2-48EF-0A1D-664417DA4C54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6AA44CB-F1D6-D9C6-E585-EDF23435E13B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F793913F-7733-3C30-BB6E-50E7140BF68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127BE1D-74C6-D9DA-F427-F4CDAE314F3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5D126-C5A6-D684-2087-BAAB02E22D97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F177519-A902-02B9-F609-DEC1E67C29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1EF14C5-60B4-DE09-05D6-362206CC6D0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E3C557-ADC4-3788-BDCD-39A6A96017EE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AE862FC-21C2-AFF9-75B6-001E03FF8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D8028D22-E094-CDF9-F17E-289376BB0A62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08EF1658-68FE-B6CC-AEE4-36591D66C00C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B334441C-3859-577E-19F9-60A95938E7EA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76968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2526-1A89-2C7B-CFF3-8CE3BE5F0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04E7-F155-953D-2657-F62EB7AB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61D9B-CA68-7253-66B1-3E6A46506FBD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0FD77-8271-01FF-A64C-858632FD99B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2515C-5008-8C4B-45E1-D5CD05BBDF7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A0BC8-0184-45BF-C2AE-9855985FE5EC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655B81-FD58-1C90-196B-092511B1A722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2D0452-4535-F23B-015D-B1D5B338C2C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20CEB-7096-BE67-ED9D-7DE6F8390331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9474E-C77D-D710-FA16-CC8BB09411BB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4EFBF-C0C7-1742-11CB-D8160B6E3FC0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16C0A4E-813B-F51D-4FFF-0EC5E31B2795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E935CA5-8278-6E18-37D0-B467698A6B7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4BABD3-8DEF-42F2-79FE-A4420FC654F2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320B-96C2-821B-D0F2-1BB6F4370C2E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461118-E9CD-1C1C-E9B6-4BABB79ED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C58DF4-BD86-ECF0-409F-58EFF771DF6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0718C9-DBBA-7CCB-58DA-42DBCD0C02CB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50BE4-22D9-F5F3-16AA-28D559C95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783BA5-B345-652D-D282-4D51F4F10B15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F42329-E8BD-3E24-A83C-23A04BD5E27C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8777839-E9C5-76EF-4CAD-0C45FCBF4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71C5BBD9-2CA8-D1C0-F116-0AC046FC023D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E411C863-6E50-D62D-B12F-6A078A21522B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dirty="0"/>
              <a:t>Data, v3.0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9673B9A8-0DD7-6731-A348-FAE10F7F65B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19DDF9-77F1-7024-24D1-DFC67BEE2B76}"/>
              </a:ext>
            </a:extLst>
          </p:cNvPr>
          <p:cNvSpPr txBox="1"/>
          <p:nvPr/>
        </p:nvSpPr>
        <p:spPr>
          <a:xfrm>
            <a:off x="3094952" y="5908893"/>
            <a:ext cx="3224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 = cage</a:t>
            </a:r>
          </a:p>
        </p:txBody>
      </p:sp>
    </p:spTree>
    <p:extLst>
      <p:ext uri="{BB962C8B-B14F-4D97-AF65-F5344CB8AC3E}">
        <p14:creationId xmlns:p14="http://schemas.microsoft.com/office/powerpoint/2010/main" val="31591235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6426-C400-5B1C-1F50-71663282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4AE9-B70F-85BC-BE79-D9ED119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B53B8-EAF0-4D56-031A-A4D062BA7659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85A-3C24-0B50-5C69-1C2B7589DC2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1BF2B-39F8-F717-D3A3-8ACB4FD19F62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39E74-8F41-8495-F459-1CD99B13098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2B50EA-483F-F667-AEB3-275DA43F879E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7D7055-089F-5D64-A2D3-78C072B8C7DA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D36CC7-13B7-5BEF-3741-BA19028868E5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9BB4D3-92F8-1606-78F4-85C1F483C271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229E2A-9B7D-9592-F516-803BA5313888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20F33EE3-3908-B7C9-E236-59BA3A2F227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AF820A-BE9E-E85A-9547-196958DE093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3D221-2628-F32F-631F-8ED290F220E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81AAF5-ABE6-035B-11FB-412586D276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6C603-84AC-3280-F527-2D18EA6263E1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FC90BC-AA61-E653-BFA9-20839D13F5A9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E3E019-7529-CC07-7E9D-8E008D1FEC28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FE615A2-4C6B-3262-C84A-A4A7A0006C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23A283-6FE3-B040-B092-1F07A081EBDE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5C2CE1-1040-8A4E-295A-E59D7EC56301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C589FDE-797B-141B-7CCE-CC71D670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86CC096-A9C1-812E-B8E2-92E44CB9775F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5578980C-42DF-055F-B2DC-2143D28CE900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B3FBACE0-BF67-379A-4B1D-D4BC32A3F05E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D1C7511-7188-DEB9-EDEB-5651C0C8A06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4491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1847E-0F7B-9D15-D121-C4FD5E5B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5730-30E2-4504-8A68-9A38ED15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99D6AC5D-7BF5-33CC-D071-CEB321E76A16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17C6F1F-19D0-DD44-9124-631F9F29A38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F62CA457-5CD1-ACBD-9410-7B2F07A13AF8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58A32-D292-E3FA-8955-241D9685B7D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E2560-7CD1-D285-D240-E470AD98A021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B2A85-6C84-C855-28FE-94FA93AA4DE6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A7C55-A60B-2537-0FD0-F46FC25564C1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0C6B55-026F-A432-88A0-D5550992E8E9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425D6C-365B-2E15-DF27-5BDD6060C7C4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F52759-3B89-BAFC-D135-F9BAC1B7BB6C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6DFC98-6912-3F62-7F81-155BC6BE29EF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CF06AF-15EC-4D16-3DF6-11AFA3983B64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5D48E-715F-1C7D-C30F-711AE64B425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81A910-7838-2822-0D84-6DB7CBD7D0D4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8603EE-E697-249B-CC0B-8A9412BB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2DF890-F3B5-1080-269A-A6AE1C4AA0CC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40AD5-A343-A513-E74A-C4E14F56CE53}"/>
              </a:ext>
            </a:extLst>
          </p:cNvPr>
          <p:cNvSpPr txBox="1"/>
          <p:nvPr/>
        </p:nvSpPr>
        <p:spPr>
          <a:xfrm>
            <a:off x="9379895" y="4484581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8B680-BBCE-76ED-F5AE-D18675E2B09C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0BB399-9E26-D12B-C54A-0F328F020CA5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406B17-6F0D-9559-D395-416D33AA2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987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FF7CC-B4FE-A8BF-6FF3-EE42CFB6D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>
            <a:extLst>
              <a:ext uri="{FF2B5EF4-FFF2-40B4-BE49-F238E27FC236}">
                <a16:creationId xmlns:a16="http://schemas.microsoft.com/office/drawing/2014/main" id="{8157A96B-959A-35BC-074A-818612F5224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Assignments and functions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FE7CE739-AFBE-08B6-6AB7-03A0E7069E69}"/>
              </a:ext>
            </a:extLst>
          </p:cNvPr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B1B8974-1592-4C44-FACB-7D73EB395A3D}"/>
              </a:ext>
            </a:extLst>
          </p:cNvPr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A788B00D-8FC6-4873-A5C2-946589EA5B05}" type="slidenum">
              <a:rPr/>
              <a:t>32</a:t>
            </a:fld>
            <a:endParaRPr/>
          </a:p>
        </p:txBody>
      </p:sp>
      <p:sp>
        <p:nvSpPr>
          <p:cNvPr id="322" name="PlaceHolder 2">
            <a:extLst>
              <a:ext uri="{FF2B5EF4-FFF2-40B4-BE49-F238E27FC236}">
                <a16:creationId xmlns:a16="http://schemas.microsoft.com/office/drawing/2014/main" id="{0B17E74B-FDAF-39FC-333A-40ADAE13A8D5}"/>
              </a:ext>
            </a:extLst>
          </p:cNvPr>
          <p:cNvSpPr>
            <a:spLocks noGrp="1"/>
          </p:cNvSpPr>
          <p:nvPr>
            <p:ph type="dt" idx="2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>
            <a:extLst>
              <a:ext uri="{FF2B5EF4-FFF2-40B4-BE49-F238E27FC236}">
                <a16:creationId xmlns:a16="http://schemas.microsoft.com/office/drawing/2014/main" id="{82935494-30A7-4FE6-C350-C587B945ACB3}"/>
              </a:ext>
            </a:extLst>
          </p:cNvPr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>
              <a:extLst>
                <a:ext uri="{FF2B5EF4-FFF2-40B4-BE49-F238E27FC236}">
                  <a16:creationId xmlns:a16="http://schemas.microsoft.com/office/drawing/2014/main" id="{DA3F111A-8C63-F105-6A72-68F8D1415079}"/>
                </a:ext>
              </a:extLst>
            </p:cNvPr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>
              <a:extLst>
                <a:ext uri="{FF2B5EF4-FFF2-40B4-BE49-F238E27FC236}">
                  <a16:creationId xmlns:a16="http://schemas.microsoft.com/office/drawing/2014/main" id="{15C9BDD9-23BA-94D1-B050-47ED8CCDA662}"/>
                </a:ext>
              </a:extLst>
            </p:cNvPr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>
              <a:extLst>
                <a:ext uri="{FF2B5EF4-FFF2-40B4-BE49-F238E27FC236}">
                  <a16:creationId xmlns:a16="http://schemas.microsoft.com/office/drawing/2014/main" id="{E5A8DA56-DD79-9122-539F-61E39BC58145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>
              <a:extLst>
                <a:ext uri="{FF2B5EF4-FFF2-40B4-BE49-F238E27FC236}">
                  <a16:creationId xmlns:a16="http://schemas.microsoft.com/office/drawing/2014/main" id="{1EC532A8-3813-ED29-6143-E988A02A5461}"/>
                </a:ext>
              </a:extLst>
            </p:cNvPr>
            <p:cNvSpPr/>
            <p:nvPr/>
          </p:nvSpPr>
          <p:spPr>
            <a:xfrm>
              <a:off x="8066880" y="623520"/>
              <a:ext cx="34290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numpy_assignments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side_effects.ipynb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4DF6B2-CA0B-EED2-AD71-4EA4E0AE552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38080" y="2241176"/>
            <a:ext cx="10514880" cy="3934984"/>
          </a:xfrm>
        </p:spPr>
        <p:txBody>
          <a:bodyPr>
            <a:normAutofit/>
          </a:bodyPr>
          <a:lstStyle/>
          <a:p>
            <a:r>
              <a:rPr lang="en-CH" dirty="0"/>
              <a:t>Put the stickers on GREEN after you solve part A</a:t>
            </a:r>
          </a:p>
        </p:txBody>
      </p:sp>
    </p:spTree>
    <p:extLst>
      <p:ext uri="{BB962C8B-B14F-4D97-AF65-F5344CB8AC3E}">
        <p14:creationId xmlns:p14="http://schemas.microsoft.com/office/powerpoint/2010/main" val="39083986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DE75DE1-221D-4D0A-92EB-9612DF80BEE2}" type="slidenum">
              <a:rPr/>
              <a:t>33</a:t>
            </a:fld>
            <a:endParaRPr/>
          </a:p>
        </p:txBody>
      </p:sp>
      <p:sp>
        <p:nvSpPr>
          <p:cNvPr id="35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A99CFFA-D9D0-4205-B685-590D02321AC2}" type="slidenum">
              <a:rPr/>
              <a:t>34</a:t>
            </a:fld>
            <a:endParaRPr/>
          </a:p>
        </p:txBody>
      </p:sp>
      <p:sp>
        <p:nvSpPr>
          <p:cNvPr id="36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/>
          <p:cNvPicPr/>
          <p:nvPr/>
        </p:nvPicPr>
        <p:blipFill>
          <a:blip r:embed="rId4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F10244D2-0019-47FE-881C-AAE79716CC0E}" type="slidenum">
              <a:rPr/>
              <a:t>35</a:t>
            </a:fld>
            <a:endParaRPr/>
          </a:p>
        </p:txBody>
      </p:sp>
      <p:sp>
        <p:nvSpPr>
          <p:cNvPr id="366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/>
          <p:cNvPicPr/>
          <p:nvPr/>
        </p:nvPicPr>
        <p:blipFill>
          <a:blip r:embed="rId2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/>
          <p:cNvPicPr/>
          <p:nvPr/>
        </p:nvPicPr>
        <p:blipFill>
          <a:blip r:embed="rId3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33D8163-AC71-44FC-937A-80509FA2A130}" type="slidenum">
              <a:rPr/>
              <a:t>36</a:t>
            </a:fld>
            <a:endParaRPr/>
          </a:p>
        </p:txBody>
      </p:sp>
      <p:sp>
        <p:nvSpPr>
          <p:cNvPr id="37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296CCDE1-211A-4993-8E38-F59BE1C2D2AF}" type="slidenum">
              <a:rPr/>
              <a:t>37</a:t>
            </a:fld>
            <a:endParaRPr/>
          </a:p>
        </p:txBody>
      </p:sp>
      <p:sp>
        <p:nvSpPr>
          <p:cNvPr id="37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lang="en-CH" sz="2600" dirty="0"/>
            </a:b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49A0537E-BE5F-42F2-8351-7C85BB3EC8C0}" type="slidenum">
              <a:rPr/>
              <a:t>38</a:t>
            </a:fld>
            <a:endParaRPr/>
          </a:p>
        </p:txBody>
      </p:sp>
      <p:sp>
        <p:nvSpPr>
          <p:cNvPr id="454" name="PlaceHolder 2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PlaceHolder 1"/>
          <p:cNvSpPr>
            <a:spLocks noGrp="1"/>
          </p:cNvSpPr>
          <p:nvPr>
            <p:ph type="title" idx="4294967295"/>
          </p:nvPr>
        </p:nvSpPr>
        <p:spPr>
          <a:xfrm>
            <a:off x="838994" y="2708275"/>
            <a:ext cx="10514013" cy="903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D76B896-38EE-445A-B914-7F33F8C50F9D}" type="slidenum">
              <a:rPr/>
              <a:t>39</a:t>
            </a:fld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82120C-8670-44DA-BA7B-A928B373E3C6}" type="slidenum">
              <a:rPr/>
              <a:t>40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A06A1-E4BC-560E-1391-BEA74BC4D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>
            <a:extLst>
              <a:ext uri="{FF2B5EF4-FFF2-40B4-BE49-F238E27FC236}">
                <a16:creationId xmlns:a16="http://schemas.microsoft.com/office/drawing/2014/main" id="{1981FD8C-0CBE-AC08-016B-6942D3F70C5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Broadcasting matching rule: dimensions are aligned to the right and match if they are equal, or equal to 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00E16DD0-BA6E-C66D-3F03-1F4B98077E79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8B05DE9-B3FE-7EBD-8E62-5CE53AD47E0D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41</a:t>
            </a:fld>
            <a:endParaRPr/>
          </a:p>
        </p:txBody>
      </p:sp>
      <p:sp>
        <p:nvSpPr>
          <p:cNvPr id="409" name="PlaceHolder 2">
            <a:extLst>
              <a:ext uri="{FF2B5EF4-FFF2-40B4-BE49-F238E27FC236}">
                <a16:creationId xmlns:a16="http://schemas.microsoft.com/office/drawing/2014/main" id="{1FCBF8A9-6F66-823F-F5B2-D1FC126E0675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0" name="Picture 6">
            <a:extLst>
              <a:ext uri="{FF2B5EF4-FFF2-40B4-BE49-F238E27FC236}">
                <a16:creationId xmlns:a16="http://schemas.microsoft.com/office/drawing/2014/main" id="{80EE2B44-238D-5BB2-9ACA-104110E03074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532160" y="1715400"/>
            <a:ext cx="6388560" cy="38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Box 5">
            <a:extLst>
              <a:ext uri="{FF2B5EF4-FFF2-40B4-BE49-F238E27FC236}">
                <a16:creationId xmlns:a16="http://schemas.microsoft.com/office/drawing/2014/main" id="{0F1379A5-2A77-5FF6-8A04-ECCA96A2452D}"/>
              </a:ext>
            </a:extLst>
          </p:cNvPr>
          <p:cNvSpPr/>
          <p:nvPr/>
        </p:nvSpPr>
        <p:spPr>
          <a:xfrm>
            <a:off x="8400240" y="4797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12">
            <a:extLst>
              <a:ext uri="{FF2B5EF4-FFF2-40B4-BE49-F238E27FC236}">
                <a16:creationId xmlns:a16="http://schemas.microsoft.com/office/drawing/2014/main" id="{E9C4AD2C-E9E9-AEBC-ACAA-74532F8740A9}"/>
              </a:ext>
            </a:extLst>
          </p:cNvPr>
          <p:cNvSpPr/>
          <p:nvPr/>
        </p:nvSpPr>
        <p:spPr>
          <a:xfrm>
            <a:off x="1893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13">
            <a:extLst>
              <a:ext uri="{FF2B5EF4-FFF2-40B4-BE49-F238E27FC236}">
                <a16:creationId xmlns:a16="http://schemas.microsoft.com/office/drawing/2014/main" id="{4F1C7EF3-8CCF-4AE3-4D42-62B2EAA31B61}"/>
              </a:ext>
            </a:extLst>
          </p:cNvPr>
          <p:cNvSpPr/>
          <p:nvPr/>
        </p:nvSpPr>
        <p:spPr>
          <a:xfrm>
            <a:off x="3189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14">
            <a:extLst>
              <a:ext uri="{FF2B5EF4-FFF2-40B4-BE49-F238E27FC236}">
                <a16:creationId xmlns:a16="http://schemas.microsoft.com/office/drawing/2014/main" id="{DD52D1EF-A119-CB98-AAB1-D50BA883E547}"/>
              </a:ext>
            </a:extLst>
          </p:cNvPr>
          <p:cNvSpPr/>
          <p:nvPr/>
        </p:nvSpPr>
        <p:spPr>
          <a:xfrm>
            <a:off x="1915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15">
            <a:extLst>
              <a:ext uri="{FF2B5EF4-FFF2-40B4-BE49-F238E27FC236}">
                <a16:creationId xmlns:a16="http://schemas.microsoft.com/office/drawing/2014/main" id="{B81EF406-A2DD-1E4E-2569-F5AEE5D10B1B}"/>
              </a:ext>
            </a:extLst>
          </p:cNvPr>
          <p:cNvSpPr/>
          <p:nvPr/>
        </p:nvSpPr>
        <p:spPr>
          <a:xfrm>
            <a:off x="3211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16">
            <a:extLst>
              <a:ext uri="{FF2B5EF4-FFF2-40B4-BE49-F238E27FC236}">
                <a16:creationId xmlns:a16="http://schemas.microsoft.com/office/drawing/2014/main" id="{E2047F58-3BA8-20AD-8BDD-8DAE9B3647FC}"/>
              </a:ext>
            </a:extLst>
          </p:cNvPr>
          <p:cNvSpPr/>
          <p:nvPr/>
        </p:nvSpPr>
        <p:spPr>
          <a:xfrm>
            <a:off x="1915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17">
            <a:extLst>
              <a:ext uri="{FF2B5EF4-FFF2-40B4-BE49-F238E27FC236}">
                <a16:creationId xmlns:a16="http://schemas.microsoft.com/office/drawing/2014/main" id="{AB855FF0-FB30-CA2E-50BB-50216EB57C52}"/>
              </a:ext>
            </a:extLst>
          </p:cNvPr>
          <p:cNvSpPr/>
          <p:nvPr/>
        </p:nvSpPr>
        <p:spPr>
          <a:xfrm>
            <a:off x="3211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19">
            <a:extLst>
              <a:ext uri="{FF2B5EF4-FFF2-40B4-BE49-F238E27FC236}">
                <a16:creationId xmlns:a16="http://schemas.microsoft.com/office/drawing/2014/main" id="{88416CC1-C13B-30E1-5CDC-BBB1F1646E17}"/>
              </a:ext>
            </a:extLst>
          </p:cNvPr>
          <p:cNvSpPr/>
          <p:nvPr/>
        </p:nvSpPr>
        <p:spPr>
          <a:xfrm>
            <a:off x="8374320" y="2223720"/>
            <a:ext cx="2424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 + (4, 3) -&gt; (4,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21">
            <a:extLst>
              <a:ext uri="{FF2B5EF4-FFF2-40B4-BE49-F238E27FC236}">
                <a16:creationId xmlns:a16="http://schemas.microsoft.com/office/drawing/2014/main" id="{41272583-C6FA-62B9-BFCF-328F2386C39D}"/>
              </a:ext>
            </a:extLst>
          </p:cNvPr>
          <p:cNvSpPr/>
          <p:nvPr/>
        </p:nvSpPr>
        <p:spPr>
          <a:xfrm>
            <a:off x="8400240" y="3503880"/>
            <a:ext cx="23986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80099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171726</TotalTime>
  <Words>3632</Words>
  <Application>Microsoft Macintosh PowerPoint</Application>
  <PresentationFormat>Widescreen</PresentationFormat>
  <Paragraphs>1041</Paragraphs>
  <Slides>41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41</vt:i4>
      </vt:variant>
    </vt:vector>
  </HeadingPairs>
  <TitlesOfParts>
    <vt:vector size="54" baseType="lpstr">
      <vt:lpstr>Arial</vt:lpstr>
      <vt:lpstr>Calibri</vt:lpstr>
      <vt:lpstr>Calibri Light</vt:lpstr>
      <vt:lpstr>Consolas</vt:lpstr>
      <vt:lpstr>Courier New</vt:lpstr>
      <vt:lpstr>Harding</vt:lpstr>
      <vt:lpstr>Source Sans Pro</vt:lpstr>
      <vt:lpstr>StarSymbol</vt:lpstr>
      <vt:lpstr>Symbol</vt:lpstr>
      <vt:lpstr>Times New Roman</vt:lpstr>
      <vt:lpstr>Wingdings</vt:lpstr>
      <vt:lpstr>Office Theme</vt:lpstr>
      <vt:lpstr>Office Theme</vt:lpstr>
      <vt:lpstr>PowerPoint Presentation</vt:lpstr>
      <vt:lpstr>NumPy – huh, yeah – what’s it good for?</vt:lpstr>
      <vt:lpstr>Efficient machine-native implementation </vt:lpstr>
      <vt:lpstr>Is NumPy any better than a list-of-lists?</vt:lpstr>
      <vt:lpstr>Is NumPy any better than a list-of-lists?</vt:lpstr>
      <vt:lpstr>Same data, different views</vt:lpstr>
      <vt:lpstr>Same data, different views</vt:lpstr>
      <vt:lpstr>O(1) operations in NumPy</vt:lpstr>
      <vt:lpstr>The golden rule of NumPy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 vs copies in indexing operations</vt:lpstr>
      <vt:lpstr>A special kind of view: broadcasting operations</vt:lpstr>
      <vt:lpstr>A special kind of view: broadcasting operations</vt:lpstr>
      <vt:lpstr>NumPy uses broadcasting to perform operation on arrays of different shape without having to allocate extra memory</vt:lpstr>
      <vt:lpstr>View or copy? Quiz</vt:lpstr>
      <vt:lpstr>PowerPoint Presentation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Changing one view changes them all</vt:lpstr>
      <vt:lpstr>Changing one view changes them all</vt:lpstr>
      <vt:lpstr>Changing one view changes them all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Assignments and functions</vt:lpstr>
      <vt:lpstr>Careful with your functions</vt:lpstr>
      <vt:lpstr>Careful with your functions</vt:lpstr>
      <vt:lpstr>Careful with your functions</vt:lpstr>
      <vt:lpstr>Careful with your functions</vt:lpstr>
      <vt:lpstr>NumPy views and copies summary</vt:lpstr>
      <vt:lpstr>Up next: Tabular Data</vt:lpstr>
      <vt:lpstr>PowerPoint Presentation</vt:lpstr>
      <vt:lpstr>Fancy indexing in NumPy – reference slide</vt:lpstr>
      <vt:lpstr>Broadcasting matching rule: dimensions are aligned to the right and match if they are equal, or equal to 1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Pietro Berkes</cp:lastModifiedBy>
  <cp:revision>1738</cp:revision>
  <cp:lastPrinted>2017-08-28T05:46:03Z</cp:lastPrinted>
  <dcterms:created xsi:type="dcterms:W3CDTF">2010-10-01T16:09:12Z</dcterms:created>
  <dcterms:modified xsi:type="dcterms:W3CDTF">2026-07-27T16:27:10Z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