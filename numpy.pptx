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8"/>
  </p:notesMasterIdLst>
  <p:sldIdLst>
    <p:sldId id="256" r:id="rId3"/>
    <p:sldId id="257" r:id="rId4"/>
    <p:sldId id="258" r:id="rId5"/>
    <p:sldId id="259" r:id="rId6"/>
    <p:sldId id="260" r:id="rId7"/>
    <p:sldId id="317" r:id="rId8"/>
    <p:sldId id="319" r:id="rId9"/>
    <p:sldId id="320" r:id="rId10"/>
    <p:sldId id="318" r:id="rId11"/>
    <p:sldId id="321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89" r:id="rId21"/>
    <p:sldId id="295" r:id="rId22"/>
    <p:sldId id="305" r:id="rId23"/>
    <p:sldId id="304" r:id="rId24"/>
    <p:sldId id="310" r:id="rId25"/>
    <p:sldId id="306" r:id="rId26"/>
    <p:sldId id="311" r:id="rId27"/>
    <p:sldId id="271" r:id="rId28"/>
    <p:sldId id="272" r:id="rId29"/>
    <p:sldId id="273" r:id="rId30"/>
    <p:sldId id="308" r:id="rId31"/>
    <p:sldId id="298" r:id="rId32"/>
    <p:sldId id="300" r:id="rId33"/>
    <p:sldId id="312" r:id="rId34"/>
    <p:sldId id="301" r:id="rId35"/>
    <p:sldId id="309" r:id="rId36"/>
    <p:sldId id="274" r:id="rId37"/>
    <p:sldId id="275" r:id="rId38"/>
    <p:sldId id="276" r:id="rId39"/>
    <p:sldId id="277" r:id="rId40"/>
    <p:sldId id="278" r:id="rId41"/>
    <p:sldId id="286" r:id="rId42"/>
    <p:sldId id="287" r:id="rId43"/>
    <p:sldId id="288" r:id="rId44"/>
    <p:sldId id="279" r:id="rId45"/>
    <p:sldId id="280" r:id="rId46"/>
    <p:sldId id="281" r:id="rId47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62"/>
    <p:restoredTop sz="90341"/>
  </p:normalViewPr>
  <p:slideViewPr>
    <p:cSldViewPr snapToGrid="0">
      <p:cViewPr varScale="1">
        <p:scale>
          <a:sx n="139" d="100"/>
          <a:sy n="139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9299-568A-C357-D3A4-6E6B9CEC0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4B5CBF5D-CC1B-D475-FB8C-818819F26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BECB2D74-35E6-79B9-C617-2D21EBB3BABB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0EE1A1F4-8525-EF3E-87A0-7E0A007C08F7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6040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BB56B-EF3B-25AA-A5DA-8353D7D51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49D93D8-9D3C-8DFC-E094-02096E388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6BA547A9-1A11-2607-4F42-3F278A5BB6D6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11832EE7-481F-928A-70BA-DD9BBAA7E946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075B81AC-08A2-BDE3-FE22-37B6FAB02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37780244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7BA11-7183-F375-47FA-4DE6A291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A8291F0-81A8-328B-7019-5501F667D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77859864-40CF-538F-D52B-7CEE3C1CC4A3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7B6EBB70-AB64-078C-DA61-4E4480181261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C57CB0CB-AA16-870A-9095-BEE1E3710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31551501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71BA4-FF08-5179-FDCF-0E5CAD3FB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9B73CABF-DCF5-9954-8C17-99AB7C157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FDF4B541-6B96-F8F4-1956-EF562E60FB71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40CC0E0-1079-5DBD-00F0-44D2EB6DF4A3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90040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FDEF3-04F7-55CA-DAF2-F6D65C61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1CD363AE-F61A-D3E7-AC42-BFF21764D7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6B693FF9-6DC6-F690-1614-730CECBC0F1A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D6BB6E4D-F02F-B54F-773A-83B003AEC2B7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59976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07A69-0199-5460-AEB7-EEF301C2B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D8530-6F33-5DCB-F321-681DBEC7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D662AF-B31C-312C-FC0C-0B06CF86B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1F85D-CAC0-6382-DD1D-B0631A4C9A7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41374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99E44-85D1-8F36-61C9-E10389186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087B7-C0B5-8981-E1B5-23191B7B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70F8E-5087-4F77-852C-4F6489DED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C15DD-4D60-9717-EF1C-5D9AB06A33C1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0027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0B049-41B3-5718-928C-EA52D8676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26B2B-4A22-22AF-79D1-68C0B8202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B1A938-D2EE-6A6C-3EFD-EF7E0B04F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93525-C00A-C98E-1572-5E9D1A10AE4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69120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7846-83A8-F003-6FE6-F33BA9FD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>
            <a:extLst>
              <a:ext uri="{FF2B5EF4-FFF2-40B4-BE49-F238E27FC236}">
                <a16:creationId xmlns:a16="http://schemas.microsoft.com/office/drawing/2014/main" id="{F611D16D-DB32-0B5D-31B5-3BC8D9560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>
            <a:extLst>
              <a:ext uri="{FF2B5EF4-FFF2-40B4-BE49-F238E27FC236}">
                <a16:creationId xmlns:a16="http://schemas.microsoft.com/office/drawing/2014/main" id="{F83D05F4-3166-C027-69FF-640C2606FF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>
            <a:extLst>
              <a:ext uri="{FF2B5EF4-FFF2-40B4-BE49-F238E27FC236}">
                <a16:creationId xmlns:a16="http://schemas.microsoft.com/office/drawing/2014/main" id="{D168F620-27AE-7B2B-B518-151A99B0F3B6}"/>
              </a:ext>
            </a:extLst>
          </p:cNvPr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14979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A673-E781-AA81-2E47-EE71944CF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>
            <a:extLst>
              <a:ext uri="{FF2B5EF4-FFF2-40B4-BE49-F238E27FC236}">
                <a16:creationId xmlns:a16="http://schemas.microsoft.com/office/drawing/2014/main" id="{30BD5DFE-F2F2-FF82-A70D-269206582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>
            <a:extLst>
              <a:ext uri="{FF2B5EF4-FFF2-40B4-BE49-F238E27FC236}">
                <a16:creationId xmlns:a16="http://schemas.microsoft.com/office/drawing/2014/main" id="{9A2A0000-5814-D361-DFCF-D2CABD191E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>
            <a:extLst>
              <a:ext uri="{FF2B5EF4-FFF2-40B4-BE49-F238E27FC236}">
                <a16:creationId xmlns:a16="http://schemas.microsoft.com/office/drawing/2014/main" id="{C5D9E606-7D9A-6171-FEC9-9E8937B1FBFB}"/>
              </a:ext>
            </a:extLst>
          </p:cNvPr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29596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DFEA9-758C-EEAA-4421-1A491FD0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>
            <a:extLst>
              <a:ext uri="{FF2B5EF4-FFF2-40B4-BE49-F238E27FC236}">
                <a16:creationId xmlns:a16="http://schemas.microsoft.com/office/drawing/2014/main" id="{7555D026-743C-E576-B691-02B40DD90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>
            <a:extLst>
              <a:ext uri="{FF2B5EF4-FFF2-40B4-BE49-F238E27FC236}">
                <a16:creationId xmlns:a16="http://schemas.microsoft.com/office/drawing/2014/main" id="{E632CA4E-DEBC-DABD-7074-28EF62988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>
            <a:extLst>
              <a:ext uri="{FF2B5EF4-FFF2-40B4-BE49-F238E27FC236}">
                <a16:creationId xmlns:a16="http://schemas.microsoft.com/office/drawing/2014/main" id="{7764F26B-1A52-A8AD-1207-42C9AC6EA58B}"/>
              </a:ext>
            </a:extLst>
          </p:cNvPr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93957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v4.0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 dirty="0"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/>
              <a:t>Data, v4.0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AD989F8-014E-9733-B648-6504DAD235B5}"/>
              </a:ext>
            </a:extLst>
          </p:cNvPr>
          <p:cNvSpPr/>
          <p:nvPr/>
        </p:nvSpPr>
        <p:spPr>
          <a:xfrm>
            <a:off x="7870894" y="512532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arrays are implemented using machine-native data types, which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Scaling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9485E-404D-F5FB-DD9C-22B928F48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>
            <a:extLst>
              <a:ext uri="{FF2B5EF4-FFF2-40B4-BE49-F238E27FC236}">
                <a16:creationId xmlns:a16="http://schemas.microsoft.com/office/drawing/2014/main" id="{4A4199E6-C22E-A3BC-5170-8855BA070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How could NumPy implement array operations?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5E218B0F-B373-21CE-6CDA-CBAC549A7614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DFBC64B-9DF8-AFB1-E7C8-56C4715B7118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B3833016-5E9D-86CC-1B75-00346B438056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721480DE-F3B4-1577-989D-9691B0E944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8778110"/>
              </p:ext>
            </p:extLst>
          </p:nvPr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34D9015E-4CDC-FD21-ADED-9AD44E08F412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4FFCAB0F-37FF-757E-5239-79EF9F9D4A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0253085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B04789B-64F7-A86B-53FB-EC824AB8FAED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93065A0B-C060-6BD5-40A8-2187BFFA4AAD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D0D477E6-EAB0-F410-A641-98DD10CE8E7A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0A325FA6-CD77-8B5E-8DA1-6791BB585373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C93F049-FE55-179E-69D3-4A6C25E0CDB7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F61215EC-9EE4-8B4C-F368-47F1A18D9F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4950215"/>
              </p:ext>
            </p:extLst>
          </p:nvPr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975D7C0-EAB2-9D54-76D1-32D6E107A99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EE34CA60-8FE2-5862-8AC2-052F7D447409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F3B5665-F9DF-E3DC-284C-2D1F0CCEC47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068737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E7FB-1D5E-2FD9-0CD8-CF653EA1C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9532476E-3D13-8580-DF1F-60D2FF648AA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3F12E5A0-DA5F-1ED7-88DD-FE26F26CE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BB9AC62-7E61-866B-C860-DD6A7D2EB131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B75A624-441E-4DF0-2AF2-FE884627F91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7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2A5BD799-B191-6BC0-7216-5CF23D9C474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911DDE20-348F-1822-6198-0877EB5B400E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665ED458-E885-2C4C-B23D-9CC560527DA1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FD5A1CC6-0C6A-9CA7-F223-062E1E815271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0635BE10-A606-744C-0AF1-A0E7B801B1D5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89A96C54-DE43-2271-BA46-654A74B2AE99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64E32A54-59B1-B56A-E1A3-873EF7B6B2A0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64052DDD-6EAA-7AFB-ECF2-2AF7C5824B29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EE3F285-C86B-A816-8E01-F694F3E580B5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0C983AB8-B2F5-940D-1D9D-8E8BBD27A346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86456E-9CF1-04BC-D981-45FDAAF7DD5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ADDF0D57-6EBE-4BD4-6F50-2BF19AD9D942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41394410-4BA6-0D40-60EF-2CC015C32312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F0FC30E5-9627-1316-CB5E-6B0290218BF3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2153ECEC-AD0E-C612-3A00-F66B8BE39FE3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599401F7-3DB2-7AEE-610D-C6266EC6A690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8138890E-D81E-06C6-8FDD-7AD35D607160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CFC535AA-BD23-80D9-EA5C-9233614ABFA8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B54F2DAA-70E5-A4F0-E8D6-016EECF59493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F8B4952-3654-B256-6D67-51987821CB61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CC92969B-C03C-791B-D106-F5C5CBFBEF61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7E35B816-031E-5C11-F961-1CFB19967BE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38921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39BFE-FBFF-21F0-9367-7FB0ECCC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F3872794-C09A-9FF6-707E-9891DC388DF2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A2BCF672-2A99-53FA-7C24-C04DB525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B4527F96-130C-F3C0-0CFD-5B0D8D5A7F3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C190F86-BD23-48C5-9F14-691394787DF2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8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7C4A8753-63F3-FD36-CC6E-8BA55C993E7F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C1F58764-B936-12B8-E8BB-A1619FA84D13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C14CB825-1A35-E152-2E90-2217EB2820C5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596D5BD6-858A-5214-20C7-36E0334D983F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E6DA7E19-C1D8-C93D-2016-FED40E998447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7AA13E59-A59B-63EE-C3AB-B589844D7462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30A115B4-A56A-FE49-6CDA-ACA5B17CFBF5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381E53F4-05CC-5896-41A0-A440B31B4DA3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880A036-CFF4-D355-D1ED-61CC4B1C966E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1CEA95DA-0260-8EA2-1D12-182D92A07EDA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4E78B29-8A3E-2551-33DD-8E36B0B287DD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F982C462-5E56-83F4-1CD6-FF85C06223BB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23D632B4-0FD6-4038-988D-2F88BE9A7BBD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62C352CD-6DBD-7B2D-3754-7B5BE007DB00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CC9D4542-48A2-E780-A679-B10C16001E42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A3B48F6E-4842-390B-B46E-726A8A46D104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9C145AF3-158E-D249-F46E-F740E46D519C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156E43F0-1F09-9436-FC2B-8D3DD8E449ED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B594E82E-2D7C-1CD4-547F-7EFF6EC5EBA9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26FC7D4-0A77-AE02-CAB3-F0239A3CC8DF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5C4386E4-400F-07CC-CFB7-1999B3B5B50C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5B33BFD0-B9F0-94CD-46EA-B2D245F385CE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FE0D1237-C1D4-32AF-C7DC-5F7C69114548}"/>
              </a:ext>
            </a:extLst>
          </p:cNvPr>
          <p:cNvGrpSpPr/>
          <p:nvPr/>
        </p:nvGrpSpPr>
        <p:grpSpPr>
          <a:xfrm>
            <a:off x="3435398" y="1525017"/>
            <a:ext cx="5114520" cy="1618805"/>
            <a:chOff x="3435398" y="1525017"/>
            <a:chExt cx="5114520" cy="1618805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8321FC12-65E2-968C-14C7-83950B9D0BE0}"/>
                </a:ext>
              </a:extLst>
            </p:cNvPr>
            <p:cNvSpPr/>
            <p:nvPr/>
          </p:nvSpPr>
          <p:spPr>
            <a:xfrm>
              <a:off x="3435398" y="1525017"/>
              <a:ext cx="5114520" cy="16188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2" name="Graphic 12">
              <a:extLst>
                <a:ext uri="{FF2B5EF4-FFF2-40B4-BE49-F238E27FC236}">
                  <a16:creationId xmlns:a16="http://schemas.microsoft.com/office/drawing/2014/main" id="{43942D5D-7A26-A7F3-09C5-DCCF70599A4E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6589EA7A-87AC-520A-2B5C-928976D1D6AC}"/>
                </a:ext>
              </a:extLst>
            </p:cNvPr>
            <p:cNvSpPr/>
            <p:nvPr/>
          </p:nvSpPr>
          <p:spPr>
            <a:xfrm>
              <a:off x="4491904" y="1626635"/>
              <a:ext cx="3984748" cy="13835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copying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445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D5C-1E3C-9A92-FD9E-44D606500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12BD633B-8B2E-5B86-9167-E4C998EF670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5F37DAC3-D17E-AA3E-2349-FA0FA5EB82B2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E9678DD-BC14-B93C-E663-F2A77AC2A624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9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4D54D37E-815F-DEDD-9265-23DD789F018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186EB2C2-82F0-0D2B-C50E-A8B7DA9C5B22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F25AC728-E726-9A7A-E618-D68B50B27C4A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089CFEED-C055-638B-AEC4-6C7A3799F335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3B0BB2D9-E304-C2D6-FBBB-264578D47F29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8063B401-AA7A-4C71-B755-2C7C1EBC8DCA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78912CE2-775C-0EFD-8B50-012CB87B6408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1CF719F3-08C2-612E-646D-E08C0E100EA8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90A7DD1-4E66-1A6E-DA7D-CDDB4002484E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831C3E8D-3507-D61F-D14F-25E912F9CEF9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8235B1-2782-E0E1-5AA9-00462BF3459F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DCED817E-3645-148A-067E-6B2CBCB07783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4D444E84-4914-CE60-4168-29CFE258AB1C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19BFE866-C3AD-FD8C-60DC-23B925D8D741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5BFFF58-CC96-E690-8A8E-10749A84C95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B6C0DC25-0798-CDDC-E98E-E171ECD737AD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09A6AEEB-EA94-0DCD-0EAD-B44BC3BEB287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B823012-D8AC-17F3-E573-9C9B34F442AD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2983872E-296A-C243-911D-2F23474393C5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627593AA-8D46-018B-4013-8F8775C9B0E4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05AB018A-4B2B-9F33-5126-3F520BD5B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6835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6D800-DFEE-6888-69FC-FAB8A712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505CC7DC-538B-4385-6CA5-AC73747525A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1AD18BC7-FD56-F513-C734-26A21B9987D8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7301B31-1D44-5334-E067-91D307C140F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10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FB1778F4-FDC7-8D68-7FBE-DBB5D4FD381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7B6233A3-D0E6-441C-6CE9-55E14D8C6297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1CB02A13-7D18-3930-9801-E2E100A6D317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6EE88151-DFD1-3BC0-51C6-A05EC9468E86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6648112-E386-DA7E-884F-8CC47DAB12D9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616539A7-69DF-6149-458E-70E06402A96F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F0F3C47F-7C77-1A50-21DB-739088C5B2A0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76A8BF5B-6092-D2B4-FB02-A2D3DBC5AA80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056B00E-48FA-FFAD-2AC5-ED83B6C67840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553CB3C6-D6D2-1286-6737-6F7751A56118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04B8588-20BF-40EA-793D-900E39C83CA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344CBB97-BD90-C176-043A-292116131926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CDE4F183-0F32-AD57-68A8-955DC3FA1A05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8CDA28D4-F119-AA40-4E6B-D03EB7B93557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8E713E9B-3637-CBD6-2D32-F4D8CD71467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603C99C2-BB38-ED07-9AC0-8E47FA813CCF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8A773D76-F52E-0C4F-C4B3-79D15B3E6C40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4C35C74A-7F25-3588-CA55-AE85FD6CD1D7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3EF5B25B-07FE-BC53-3E62-B86A04645A20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E39BB8F5-BD4B-8A7C-CEDF-6813D544E151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BFC83AAF-6505-6375-58AE-0B5406AD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62DA7FB-B4FD-22A9-CCBE-4B56A907E391}"/>
              </a:ext>
            </a:extLst>
          </p:cNvPr>
          <p:cNvGrpSpPr/>
          <p:nvPr/>
        </p:nvGrpSpPr>
        <p:grpSpPr>
          <a:xfrm>
            <a:off x="3435398" y="1525017"/>
            <a:ext cx="5114520" cy="2390952"/>
            <a:chOff x="3435398" y="1525017"/>
            <a:chExt cx="5114520" cy="1916046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AA630FF9-78B3-4A59-A407-8161DBB6FE28}"/>
                </a:ext>
              </a:extLst>
            </p:cNvPr>
            <p:cNvSpPr/>
            <p:nvPr/>
          </p:nvSpPr>
          <p:spPr>
            <a:xfrm>
              <a:off x="3435398" y="1525017"/>
              <a:ext cx="5114520" cy="16188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1" name="Graphic 12">
              <a:extLst>
                <a:ext uri="{FF2B5EF4-FFF2-40B4-BE49-F238E27FC236}">
                  <a16:creationId xmlns:a16="http://schemas.microsoft.com/office/drawing/2014/main" id="{1AB1F7FF-0F8D-B213-9E1B-56010C4A9EB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ACD917CE-9FFB-2D56-B9BE-AC1202674F4E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creating a view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6424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11</a:t>
            </a:fld>
            <a:endParaRPr dirty="0"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482819" y="130575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>
            <p:extLst>
              <p:ext uri="{D42A27DB-BD31-4B8C-83A1-F6EECF244321}">
                <p14:modId xmlns:p14="http://schemas.microsoft.com/office/powerpoint/2010/main" val="3672212002"/>
              </p:ext>
            </p:extLst>
          </p:nvPr>
        </p:nvGraphicFramePr>
        <p:xfrm>
          <a:off x="6588720" y="3405828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>
            <p:extLst>
              <p:ext uri="{D42A27DB-BD31-4B8C-83A1-F6EECF244321}">
                <p14:modId xmlns:p14="http://schemas.microsoft.com/office/powerpoint/2010/main" val="2790163110"/>
              </p:ext>
            </p:extLst>
          </p:nvPr>
        </p:nvGraphicFramePr>
        <p:xfrm>
          <a:off x="6588720" y="4271988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>
            <p:extLst>
              <p:ext uri="{D42A27DB-BD31-4B8C-83A1-F6EECF244321}">
                <p14:modId xmlns:p14="http://schemas.microsoft.com/office/powerpoint/2010/main" val="1821065245"/>
              </p:ext>
            </p:extLst>
          </p:nvPr>
        </p:nvGraphicFramePr>
        <p:xfrm>
          <a:off x="6588720" y="1661438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>
            <p:extLst>
              <p:ext uri="{D42A27DB-BD31-4B8C-83A1-F6EECF244321}">
                <p14:modId xmlns:p14="http://schemas.microsoft.com/office/powerpoint/2010/main" val="3302250698"/>
              </p:ext>
            </p:extLst>
          </p:nvPr>
        </p:nvGraphicFramePr>
        <p:xfrm>
          <a:off x="7064757" y="775046"/>
          <a:ext cx="4969185" cy="393619"/>
        </p:xfrm>
        <a:graphic>
          <a:graphicData uri="http://schemas.openxmlformats.org/drawingml/2006/table">
            <a:tbl>
              <a:tblPr/>
              <a:tblGrid>
                <a:gridCol w="382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936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947937" y="424093"/>
            <a:ext cx="1943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71840" y="289983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 = </a:t>
            </a: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30575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27198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 = x.T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168519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>
            <p:extLst>
              <p:ext uri="{D42A27DB-BD31-4B8C-83A1-F6EECF244321}">
                <p14:modId xmlns:p14="http://schemas.microsoft.com/office/powerpoint/2010/main" val="3488149596"/>
              </p:ext>
            </p:extLst>
          </p:nvPr>
        </p:nvGraphicFramePr>
        <p:xfrm>
          <a:off x="3859560" y="2951752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249224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305758"/>
            <a:ext cx="2591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b="1" dirty="0">
                <a:solidFill>
                  <a:srgbClr val="808080"/>
                </a:solidFill>
                <a:latin typeface="Calibri"/>
                <a:ea typeface="DejaVu Sans"/>
              </a:rPr>
              <a:t>NumPy</a:t>
            </a:r>
            <a:r>
              <a:rPr lang="en-CH" sz="18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 array metadata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>
            <p:extLst>
              <p:ext uri="{D42A27DB-BD31-4B8C-83A1-F6EECF244321}">
                <p14:modId xmlns:p14="http://schemas.microsoft.com/office/powerpoint/2010/main" val="3813339139"/>
              </p:ext>
            </p:extLst>
          </p:nvPr>
        </p:nvGraphicFramePr>
        <p:xfrm>
          <a:off x="3859560" y="4271988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578286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>
            <p:extLst>
              <p:ext uri="{D42A27DB-BD31-4B8C-83A1-F6EECF244321}">
                <p14:modId xmlns:p14="http://schemas.microsoft.com/office/powerpoint/2010/main" val="2014922190"/>
              </p:ext>
            </p:extLst>
          </p:nvPr>
        </p:nvGraphicFramePr>
        <p:xfrm>
          <a:off x="3859560" y="1685558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9826214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486628"/>
            <a:ext cx="2985874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dirty="0">
                <a:solidFill>
                  <a:srgbClr val="000000"/>
                </a:solidFill>
                <a:latin typeface="Consolas"/>
              </a:rPr>
              <a:t>y = x</a:t>
            </a: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.reshape((2, 6))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>
            <p:extLst>
              <p:ext uri="{D42A27DB-BD31-4B8C-83A1-F6EECF244321}">
                <p14:modId xmlns:p14="http://schemas.microsoft.com/office/powerpoint/2010/main" val="1139505622"/>
              </p:ext>
            </p:extLst>
          </p:nvPr>
        </p:nvGraphicFramePr>
        <p:xfrm>
          <a:off x="3859560" y="5523827"/>
          <a:ext cx="2152800" cy="1123861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9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703782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>
            <p:extLst>
              <p:ext uri="{D42A27DB-BD31-4B8C-83A1-F6EECF244321}">
                <p14:modId xmlns:p14="http://schemas.microsoft.com/office/powerpoint/2010/main" val="1047656911"/>
              </p:ext>
            </p:extLst>
          </p:nvPr>
        </p:nvGraphicFramePr>
        <p:xfrm>
          <a:off x="6588720" y="5523827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E13782-78C4-F74A-AFDA-F1413C7D8C19}"/>
              </a:ext>
            </a:extLst>
          </p:cNvPr>
          <p:cNvCxnSpPr>
            <a:cxnSpLocks/>
            <a:endCxn id="210" idx="1"/>
          </p:cNvCxnSpPr>
          <p:nvPr/>
        </p:nvCxnSpPr>
        <p:spPr>
          <a:xfrm>
            <a:off x="6702552" y="971855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id="{79EA3EFC-54D7-DEB1-67C8-E3BF11119D74}"/>
              </a:ext>
            </a:extLst>
          </p:cNvPr>
          <p:cNvSpPr/>
          <p:nvPr/>
        </p:nvSpPr>
        <p:spPr>
          <a:xfrm>
            <a:off x="5029200" y="1736768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iamond 23">
            <a:extLst>
              <a:ext uri="{FF2B5EF4-FFF2-40B4-BE49-F238E27FC236}">
                <a16:creationId xmlns:a16="http://schemas.microsoft.com/office/drawing/2014/main" id="{7F8E7612-A2B9-67F1-F4D4-D357AD8514D0}"/>
              </a:ext>
            </a:extLst>
          </p:cNvPr>
          <p:cNvSpPr/>
          <p:nvPr/>
        </p:nvSpPr>
        <p:spPr>
          <a:xfrm>
            <a:off x="5029200" y="3026180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08840F46-08B9-F584-249A-42EA67DE45E4}"/>
              </a:ext>
            </a:extLst>
          </p:cNvPr>
          <p:cNvSpPr/>
          <p:nvPr/>
        </p:nvSpPr>
        <p:spPr>
          <a:xfrm>
            <a:off x="5029200" y="4329867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iamond 25">
            <a:extLst>
              <a:ext uri="{FF2B5EF4-FFF2-40B4-BE49-F238E27FC236}">
                <a16:creationId xmlns:a16="http://schemas.microsoft.com/office/drawing/2014/main" id="{7DFF567C-7F3D-9F2B-933B-DB5F113082EC}"/>
              </a:ext>
            </a:extLst>
          </p:cNvPr>
          <p:cNvSpPr/>
          <p:nvPr/>
        </p:nvSpPr>
        <p:spPr>
          <a:xfrm>
            <a:off x="5029200" y="5624258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 dirty="0"/>
              <a:t>Data, v4.0</a:t>
            </a:r>
            <a:endParaRPr dirty="0"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12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13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14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15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5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16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19218EB-1F89-478F-A9A7-427F287ABEE7}" type="slidenum">
              <a:rPr/>
              <a:t>17</a:t>
            </a:fld>
            <a:endParaRPr/>
          </a:p>
        </p:txBody>
      </p:sp>
      <p:sp>
        <p:nvSpPr>
          <p:cNvPr id="300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3">
            <a:extLst>
              <a:ext uri="{FF2B5EF4-FFF2-40B4-BE49-F238E27FC236}">
                <a16:creationId xmlns:a16="http://schemas.microsoft.com/office/drawing/2014/main" id="{30E49534-FFE0-AA12-B2CA-98B0CA437EF9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18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65485"/>
            <a:ext cx="4114080" cy="364320"/>
          </a:xfrm>
        </p:spPr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72A7F-ED7C-DCC0-29BD-D4D19EF1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D76DF-B03E-DDAC-060B-E146076A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FB1859C-5A7C-5766-BEF5-2C701AEB1B08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8AEABC-FDE1-AE90-F70E-243AB6CD522E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C1F4AB-4EB7-D7B9-9ABA-93D903301CE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5C9DB1F-B63B-6C66-ECA0-309169CA4E05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C74FF-8F69-C506-44D2-9966F1115A3C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A9DE083-87EE-3063-61FB-9758AD06C305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0956697-4885-90EF-03F1-A22075C900FC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E0471E-ACCC-3D3B-C184-B3272912B05E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314953-A11D-AA49-666F-77313048E424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006C41-06E8-D740-BC5E-4CA27BB1AEB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2595E7-0E5B-4CAC-E488-48FD030CBFA2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FEA335-4AA6-67EA-6E6F-CCB37866FED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A22EBFB-E5DE-17C5-0BF6-E4F7C00E85F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A69A3D-E3ED-97CE-3AF1-98C240BA84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B346BE1A-AA74-B716-E1B4-F49316D8BEF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6A1DD9E-487B-F345-13BA-6A6630A64473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009C7-B8F7-C067-CD35-3CA5119955EB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EB65D2-545F-19D0-002D-8FE041D11C85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5C92160-AC9C-6638-E83C-2C65C5282153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B828363-DCF8-3184-9B76-A0B1E1EB56E4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434116-2DFC-AF0A-3166-6AAEB9FF2670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43588B-E9E7-E8B4-3EE1-57175C0F62A0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697307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2903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[["?"], ["?"]]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BAE3-B7DE-62A5-ACEF-AFB21D22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A557-345F-06D8-BE1D-73D77A191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968BB4-BEAF-3BA4-2959-8192DDC031FE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413AD8B-D6AD-82BE-E272-2BF28968645F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E27EEFA-CA59-67F2-7812-320D5580703C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DDAF41E-2AA9-18C7-F0BF-5CC7953A4BD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BDD397-010F-B12D-E86A-45634FB4AA34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0E6CC30-FC96-640F-AEB7-CC24F0B5F647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03CE259-8DB1-0C59-355C-F97C543FAD7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223929-45C3-5C5C-10E0-06DD4F66A16A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D7F9CE-3845-CBC5-FA1F-89B6D2750E3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4189C7-C006-41AB-7E8D-7DC2353F647F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1D9A92-051D-8974-C1DA-F7A2C28B367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240F69-9C04-55AE-1BBA-00CF220583E2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B0E2ACC-19F5-0EDD-ADF4-B87A8387204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183119D-63B1-871F-A5FD-8EBC64898D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DE88FAA-8A9D-BF7F-3C3B-646E75F98FD9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52F62AB-BC33-B727-973A-CB80991F4F9E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C2AE39-04B0-24C7-F6DA-085BCBF285D4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B2E646-04C8-7016-62DC-39B3D41D286F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2D32BC9-77F9-562E-5C06-58805D8FE4E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C942986-5C4D-DEB9-C87E-4EAA27FFCC0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4D9ED-3BFE-7C6F-EF57-FE3528D7F1D7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E3709D-8430-1BEF-96A4-EA11871C03BE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F86364-6DBD-99B3-94B7-180F21B08F7D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18787198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26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27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28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E0367-3C3A-0B24-9833-277BBD668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DA3D7-D4C0-42EF-BD0B-3F6B850E0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34D845BF-2CD4-F8FE-E2EE-0E0670C81E6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7BA440D5-8C08-1CC2-F757-257055D1C82C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87074A85-C1F2-18B9-2C9E-C2E184778325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AFE9F-339C-F522-2052-FE1D9D4D7588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A006F-8ED0-8415-262D-85E60FBA3150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641DC-719E-B7E3-A06C-E67C8B49A3D5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05F37-1E2E-57F6-8C9F-62C2FDD1C08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FF1F64-1DCB-56EB-E403-1A86154B4013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AC07F37-0C56-59DE-A954-96120D194427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95FF2-AACA-188F-583E-E36E48F4BFB6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CC3D3B-9A09-9940-FECF-7C94E3D64C4D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60F307-0F67-2128-8CFF-94F1A403708C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AED8FB-53AD-030B-1372-0FB5F8D9C250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27F85D-CBDF-5572-CA9C-DA41D8BD1571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589FBF-3B4F-FD93-6441-E5E7484983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0B03BC-C04C-B8D4-D3C4-AC81403426F7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63E495-4145-0C86-7690-CBF54C1E01A4}"/>
              </a:ext>
            </a:extLst>
          </p:cNvPr>
          <p:cNvSpPr txBox="1"/>
          <p:nvPr/>
        </p:nvSpPr>
        <p:spPr>
          <a:xfrm>
            <a:off x="9379895" y="448458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640ADF-764F-BACE-43C6-456B788F87C7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AA908F-83D8-CC6F-A870-FC95E6829ED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C64D201-F50D-F361-C31B-B2656F4AAE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0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A788B00D-8FC6-4873-A5C2-946589EA5B05}" type="slidenum">
              <a:rPr/>
              <a:t>34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2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4DF6B2-CA0B-EED2-AD71-4EA4E0AE552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38080" y="2241176"/>
            <a:ext cx="10514880" cy="3934984"/>
          </a:xfrm>
        </p:spPr>
        <p:txBody>
          <a:bodyPr>
            <a:normAutofit/>
          </a:bodyPr>
          <a:lstStyle/>
          <a:p>
            <a:pPr algn="ctr"/>
            <a:r>
              <a:rPr lang="en-CH" sz="3600"/>
              <a:t>Put up the GREEN sign after </a:t>
            </a:r>
            <a:r>
              <a:rPr lang="en-CH" sz="3600" dirty="0"/>
              <a:t>you solve part A</a:t>
            </a:r>
          </a:p>
        </p:txBody>
      </p: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35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36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37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38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39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40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B75B-427B-43CC-9AA2-2E64DFB1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>
            <a:extLst>
              <a:ext uri="{FF2B5EF4-FFF2-40B4-BE49-F238E27FC236}">
                <a16:creationId xmlns:a16="http://schemas.microsoft.com/office/drawing/2014/main" id="{AD157AD1-3474-CD7E-11A5-90E0D8449A0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289693D-9F6C-EAC1-340E-5CA74D6B4B5F}"/>
              </a:ext>
            </a:extLst>
          </p:cNvPr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90DF74B-B7AC-1A8E-7382-BEECA1CAC180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B8DFA-FB31-4C13-B9C1-F7FB45CFFB09}" type="slidenum">
              <a:rPr lang="en-CH" smtClean="0"/>
              <a:pPr/>
              <a:t>43</a:t>
            </a:fld>
            <a:endParaRPr/>
          </a:p>
        </p:txBody>
      </p:sp>
      <p:sp>
        <p:nvSpPr>
          <p:cNvPr id="382" name="PlaceHolder 2">
            <a:extLst>
              <a:ext uri="{FF2B5EF4-FFF2-40B4-BE49-F238E27FC236}">
                <a16:creationId xmlns:a16="http://schemas.microsoft.com/office/drawing/2014/main" id="{E1DEB2EC-DD55-641C-E56A-A8EC12CB7277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>
            <a:extLst>
              <a:ext uri="{FF2B5EF4-FFF2-40B4-BE49-F238E27FC236}">
                <a16:creationId xmlns:a16="http://schemas.microsoft.com/office/drawing/2014/main" id="{1109410C-37C3-9716-0C3A-C274D3E01639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>
            <a:extLst>
              <a:ext uri="{FF2B5EF4-FFF2-40B4-BE49-F238E27FC236}">
                <a16:creationId xmlns:a16="http://schemas.microsoft.com/office/drawing/2014/main" id="{A4279FB1-6C6D-AD2C-CD38-2A91B3D9A094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>
            <a:extLst>
              <a:ext uri="{FF2B5EF4-FFF2-40B4-BE49-F238E27FC236}">
                <a16:creationId xmlns:a16="http://schemas.microsoft.com/office/drawing/2014/main" id="{E4409319-40B2-490A-B8D8-EA736D6ACE16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>
            <a:extLst>
              <a:ext uri="{FF2B5EF4-FFF2-40B4-BE49-F238E27FC236}">
                <a16:creationId xmlns:a16="http://schemas.microsoft.com/office/drawing/2014/main" id="{66283554-2B46-76D8-C90D-E27899DF237C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>
            <a:extLst>
              <a:ext uri="{FF2B5EF4-FFF2-40B4-BE49-F238E27FC236}">
                <a16:creationId xmlns:a16="http://schemas.microsoft.com/office/drawing/2014/main" id="{A0417DCE-8F40-D62B-8E03-E36410E2779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>
            <a:extLst>
              <a:ext uri="{FF2B5EF4-FFF2-40B4-BE49-F238E27FC236}">
                <a16:creationId xmlns:a16="http://schemas.microsoft.com/office/drawing/2014/main" id="{5CCA8912-0888-C26E-A86A-1AB646D06135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>
            <a:extLst>
              <a:ext uri="{FF2B5EF4-FFF2-40B4-BE49-F238E27FC236}">
                <a16:creationId xmlns:a16="http://schemas.microsoft.com/office/drawing/2014/main" id="{F593CE0D-9E7D-F8F3-E426-3216C00A4305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>
            <a:extLst>
              <a:ext uri="{FF2B5EF4-FFF2-40B4-BE49-F238E27FC236}">
                <a16:creationId xmlns:a16="http://schemas.microsoft.com/office/drawing/2014/main" id="{62222F94-E110-1288-2CDA-59D4794FEEE0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4622833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B3040-3A00-60D7-80A9-7A5C942B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>
            <a:extLst>
              <a:ext uri="{FF2B5EF4-FFF2-40B4-BE49-F238E27FC236}">
                <a16:creationId xmlns:a16="http://schemas.microsoft.com/office/drawing/2014/main" id="{FD39CEC8-7339-8BA0-D9DD-D573555279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87A4008-644B-C2F6-D946-74DF9393E80A}"/>
              </a:ext>
            </a:extLst>
          </p:cNvPr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4DA09A7-91A8-64C2-D386-429A47476E1A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B8DFA-FB31-4C13-B9C1-F7FB45CFFB09}" type="slidenum">
              <a:rPr lang="en-CH" smtClean="0"/>
              <a:pPr/>
              <a:t>44</a:t>
            </a:fld>
            <a:endParaRPr/>
          </a:p>
        </p:txBody>
      </p:sp>
      <p:sp>
        <p:nvSpPr>
          <p:cNvPr id="392" name="PlaceHolder 2">
            <a:extLst>
              <a:ext uri="{FF2B5EF4-FFF2-40B4-BE49-F238E27FC236}">
                <a16:creationId xmlns:a16="http://schemas.microsoft.com/office/drawing/2014/main" id="{06193B83-C7D3-E4F1-ED52-F3AFFFB95A6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>
            <a:extLst>
              <a:ext uri="{FF2B5EF4-FFF2-40B4-BE49-F238E27FC236}">
                <a16:creationId xmlns:a16="http://schemas.microsoft.com/office/drawing/2014/main" id="{33A0758C-F837-A95B-42D6-0C8809CABACE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>
            <a:extLst>
              <a:ext uri="{FF2B5EF4-FFF2-40B4-BE49-F238E27FC236}">
                <a16:creationId xmlns:a16="http://schemas.microsoft.com/office/drawing/2014/main" id="{ABAFBA11-7EE8-A4EE-7BC5-584FBA428A63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>
            <a:extLst>
              <a:ext uri="{FF2B5EF4-FFF2-40B4-BE49-F238E27FC236}">
                <a16:creationId xmlns:a16="http://schemas.microsoft.com/office/drawing/2014/main" id="{0B16A48D-36C9-91DC-B10E-8F80A82FFA57}"/>
              </a:ext>
            </a:extLst>
          </p:cNvPr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>
            <a:extLst>
              <a:ext uri="{FF2B5EF4-FFF2-40B4-BE49-F238E27FC236}">
                <a16:creationId xmlns:a16="http://schemas.microsoft.com/office/drawing/2014/main" id="{A9DAC4B8-5273-279E-0AEE-2444058A8A8A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>
            <a:extLst>
              <a:ext uri="{FF2B5EF4-FFF2-40B4-BE49-F238E27FC236}">
                <a16:creationId xmlns:a16="http://schemas.microsoft.com/office/drawing/2014/main" id="{006E947F-7673-7C06-5E6C-9AF4318B85A4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>
            <a:extLst>
              <a:ext uri="{FF2B5EF4-FFF2-40B4-BE49-F238E27FC236}">
                <a16:creationId xmlns:a16="http://schemas.microsoft.com/office/drawing/2014/main" id="{D7E477BB-3535-59AF-3D65-13386E90DD8F}"/>
              </a:ext>
            </a:extLst>
          </p:cNvPr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>
            <a:extLst>
              <a:ext uri="{FF2B5EF4-FFF2-40B4-BE49-F238E27FC236}">
                <a16:creationId xmlns:a16="http://schemas.microsoft.com/office/drawing/2014/main" id="{819C6EB4-AA59-58B6-698E-5168DC29631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>
            <a:extLst>
              <a:ext uri="{FF2B5EF4-FFF2-40B4-BE49-F238E27FC236}">
                <a16:creationId xmlns:a16="http://schemas.microsoft.com/office/drawing/2014/main" id="{15152B56-8C10-6452-6DBF-58B76AF64441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>
            <a:extLst>
              <a:ext uri="{FF2B5EF4-FFF2-40B4-BE49-F238E27FC236}">
                <a16:creationId xmlns:a16="http://schemas.microsoft.com/office/drawing/2014/main" id="{94F152D7-0C37-44EB-2D4B-99515EDACD8F}"/>
              </a:ext>
            </a:extLst>
          </p:cNvPr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>
            <a:extLst>
              <a:ext uri="{FF2B5EF4-FFF2-40B4-BE49-F238E27FC236}">
                <a16:creationId xmlns:a16="http://schemas.microsoft.com/office/drawing/2014/main" id="{29EF9F35-CCBE-DDC2-A5D2-B3D6E7A60E5A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>
            <a:extLst>
              <a:ext uri="{FF2B5EF4-FFF2-40B4-BE49-F238E27FC236}">
                <a16:creationId xmlns:a16="http://schemas.microsoft.com/office/drawing/2014/main" id="{BFA82049-4EBD-1D39-FF05-D9E7909FD66A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>
            <a:extLst>
              <a:ext uri="{FF2B5EF4-FFF2-40B4-BE49-F238E27FC236}">
                <a16:creationId xmlns:a16="http://schemas.microsoft.com/office/drawing/2014/main" id="{742A8E56-DB5F-93E6-B8A5-EA3E5500C331}"/>
              </a:ext>
            </a:extLst>
          </p:cNvPr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24960998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F32A5-ABBC-E59F-67EF-39C75DA5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>
            <a:extLst>
              <a:ext uri="{FF2B5EF4-FFF2-40B4-BE49-F238E27FC236}">
                <a16:creationId xmlns:a16="http://schemas.microsoft.com/office/drawing/2014/main" id="{98B1D540-A6DB-2F9C-8672-D66C846D4A0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A091E72E-4B11-1A6C-F59A-8C814901D7C2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25EEC9C-BA9A-EF44-CC10-062499D55526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45</a:t>
            </a:fld>
            <a:endParaRPr/>
          </a:p>
        </p:txBody>
      </p:sp>
      <p:sp>
        <p:nvSpPr>
          <p:cNvPr id="406" name="PlaceHolder 2">
            <a:extLst>
              <a:ext uri="{FF2B5EF4-FFF2-40B4-BE49-F238E27FC236}">
                <a16:creationId xmlns:a16="http://schemas.microsoft.com/office/drawing/2014/main" id="{1FAC0D84-6D55-15F1-31A5-7FE40BB357D4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>
            <a:extLst>
              <a:ext uri="{FF2B5EF4-FFF2-40B4-BE49-F238E27FC236}">
                <a16:creationId xmlns:a16="http://schemas.microsoft.com/office/drawing/2014/main" id="{692E3789-66D3-BA42-53BE-87FEA890157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610899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175856</TotalTime>
  <Words>4533</Words>
  <Application>Microsoft Macintosh PowerPoint</Application>
  <PresentationFormat>Widescreen</PresentationFormat>
  <Paragraphs>1321</Paragraphs>
  <Slides>45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45</vt:i4>
      </vt:variant>
    </vt:vector>
  </HeadingPairs>
  <TitlesOfParts>
    <vt:vector size="58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How could NumPy implement array operations?</vt:lpstr>
      <vt:lpstr>1) With a copy of the original data</vt:lpstr>
      <vt:lpstr>1) With a copy of the original data</vt:lpstr>
      <vt:lpstr>2) With a view of the original data</vt:lpstr>
      <vt:lpstr>2) With a view of the original data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vs copies in indexing operations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Up next: Tabular Data</vt:lpstr>
      <vt:lpstr>PowerPoint Presentation</vt:lpstr>
      <vt:lpstr>Fancy indexing in NumPy – reference slide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1821</cp:revision>
  <cp:lastPrinted>2017-08-28T05:46:03Z</cp:lastPrinted>
  <dcterms:created xsi:type="dcterms:W3CDTF">2010-10-01T16:09:12Z</dcterms:created>
  <dcterms:modified xsi:type="dcterms:W3CDTF">2026-08-20T11:03:45Z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