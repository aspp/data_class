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9" r:id="rId17"/>
    <p:sldId id="280" r:id="rId18"/>
    <p:sldId id="281" r:id="rId19"/>
    <p:sldId id="270" r:id="rId20"/>
    <p:sldId id="289" r:id="rId21"/>
    <p:sldId id="295" r:id="rId22"/>
    <p:sldId id="305" r:id="rId23"/>
    <p:sldId id="304" r:id="rId24"/>
    <p:sldId id="307" r:id="rId25"/>
    <p:sldId id="306" r:id="rId26"/>
    <p:sldId id="271" r:id="rId27"/>
    <p:sldId id="272" r:id="rId28"/>
    <p:sldId id="273" r:id="rId29"/>
    <p:sldId id="308" r:id="rId30"/>
    <p:sldId id="298" r:id="rId31"/>
    <p:sldId id="300" r:id="rId32"/>
    <p:sldId id="301" r:id="rId33"/>
    <p:sldId id="309" r:id="rId34"/>
    <p:sldId id="274" r:id="rId35"/>
    <p:sldId id="275" r:id="rId36"/>
    <p:sldId id="276" r:id="rId37"/>
    <p:sldId id="277" r:id="rId38"/>
    <p:sldId id="278" r:id="rId39"/>
    <p:sldId id="286" r:id="rId40"/>
    <p:sldId id="287" r:id="rId41"/>
    <p:sldId id="288" r:id="rId42"/>
    <p:sldId id="282" r:id="rId4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23"/>
    <p:restoredTop sz="96928"/>
  </p:normalViewPr>
  <p:slideViewPr>
    <p:cSldViewPr snapToGrid="0">
      <p:cViewPr varScale="1">
        <p:scale>
          <a:sx n="143" d="100"/>
          <a:sy n="143" d="100"/>
        </p:scale>
        <p:origin x="24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A78FA-EB70-4046-8053-A8E7106D3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8718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670373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1107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78F2A-FF6F-47E4-0AD0-57BBE723A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67244-04D0-5705-1980-C3A908B1F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B9D03-A8DA-E9A8-C60E-57DE56560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46E91-1E5A-0093-91D5-0AE0D27E532B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70186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13D3F-065C-4B20-FA66-67F06AB03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>
            <a:extLst>
              <a:ext uri="{FF2B5EF4-FFF2-40B4-BE49-F238E27FC236}">
                <a16:creationId xmlns:a16="http://schemas.microsoft.com/office/drawing/2014/main" id="{9CFD71A0-53C7-5C8C-BAA1-97306F06F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6" name="PlaceHolder 2">
            <a:extLst>
              <a:ext uri="{FF2B5EF4-FFF2-40B4-BE49-F238E27FC236}">
                <a16:creationId xmlns:a16="http://schemas.microsoft.com/office/drawing/2014/main" id="{BD50E878-58B5-2EDC-6264-04D6227E00C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>
            <a:extLst>
              <a:ext uri="{FF2B5EF4-FFF2-40B4-BE49-F238E27FC236}">
                <a16:creationId xmlns:a16="http://schemas.microsoft.com/office/drawing/2014/main" id="{87CFCBF8-E2C5-56C0-E97C-3E48D384DBA9}"/>
              </a:ext>
            </a:extLst>
          </p:cNvPr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D124DA-8B45-46ED-8FF7-7B07FDD172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5240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v3.0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 dirty="0"/>
              <a:t>Data, v3.0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machine-nativeness of the data structure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Big-O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7081BE80-10E3-4B16-AED9-B33E9CE07884}" type="slidenum">
              <a:rPr/>
              <a:t>7</a:t>
            </a:fld>
            <a:endParaRPr/>
          </a:p>
        </p:txBody>
      </p:sp>
      <p:sp>
        <p:nvSpPr>
          <p:cNvPr id="19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8</a:t>
            </a:fld>
            <a:endParaRPr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375240" y="18176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lang="en-CH" sz="2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1764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9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10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11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12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13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14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3">
            <a:extLst>
              <a:ext uri="{FF2B5EF4-FFF2-40B4-BE49-F238E27FC236}">
                <a16:creationId xmlns:a16="http://schemas.microsoft.com/office/drawing/2014/main" id="{30E49534-FFE0-AA12-B2CA-98B0CA437EF9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E55838D-478B-4A4B-820B-57616DA85180}" type="slidenum">
              <a:rPr/>
              <a:t>15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49304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B2F3B2C-D770-4D6C-AA49-8799C2E506E6}" type="slidenum">
              <a:rPr/>
              <a:t>16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28331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17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5802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18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8CEE6-6AEE-65C6-AC1B-A6AA0DD38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64E41-DA06-61E3-FF26-1C856A246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1FB4E7-C103-0A5C-F0FB-14D961E78501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537DEC-75A8-B623-ED68-7533023AA1CC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100596-F114-255E-7491-FEB2D1DE7389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F5A3FA5-828E-0E06-7530-BEA6A27CFE4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B90235-C39E-91C1-37DB-BD40D80DA148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24A88FA-142A-7A5A-3907-08FF6142E0A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849838A-689D-8204-6ADD-75315708A98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9D292E-0D48-AB19-665D-34F98462656F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DFD849-C76F-C777-9FBE-046DB5E18E69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sz="2000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20802-F607-60B3-CCFE-6780B5A1C051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87906E-F14D-8A8E-88D6-48428BDFDC33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4898AB-E8DE-D7A3-58CD-55CC74D938C9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E70758-8B48-1C1B-6C09-D97AE098FE5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A99B43D-6483-49AF-76F9-BE4B1172C876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FB01C8F7-EA62-E88A-B931-5EF3AD27E7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0DE17D6-603A-8E48-C5ED-68EFA7832020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34D1F0-7440-74CC-077E-5299674320C5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8F2F3-6A59-438E-CB5C-09F31EACFD4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36406F2-8EB6-A013-988B-333ED391B238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3D9EF99-4AA6-3305-55FF-8E719506417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7320550-78EB-6D6C-1E66-A6411E7B6FC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F6864C-F920-C34C-EFC1-9EFEBD08DFBB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97AD0F-3B98-4305-4B8E-E441234FE3F8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4131276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25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26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27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dirty="0"/>
              <a:t>Data, v3.0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A788B00D-8FC6-4873-A5C2-946589EA5B05}" type="slidenum">
              <a:rPr/>
              <a:t>32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2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DF6B2-CA0B-EED2-AD71-4EA4E0AE552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38080" y="2241176"/>
            <a:ext cx="10514880" cy="3934984"/>
          </a:xfrm>
        </p:spPr>
        <p:txBody>
          <a:bodyPr>
            <a:normAutofit/>
          </a:bodyPr>
          <a:lstStyle/>
          <a:p>
            <a:pPr algn="ctr"/>
            <a:r>
              <a:rPr lang="en-CH" sz="3600"/>
              <a:t>Put up the GREEN sign after </a:t>
            </a:r>
            <a:r>
              <a:rPr lang="en-CH" sz="3600" dirty="0"/>
              <a:t>you solve part A</a:t>
            </a:r>
          </a:p>
        </p:txBody>
      </p: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33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34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35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36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37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38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A06A1-E4BC-560E-1391-BEA74BC4D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>
            <a:extLst>
              <a:ext uri="{FF2B5EF4-FFF2-40B4-BE49-F238E27FC236}">
                <a16:creationId xmlns:a16="http://schemas.microsoft.com/office/drawing/2014/main" id="{1981FD8C-0CBE-AC08-016B-6942D3F70C5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00E16DD0-BA6E-C66D-3F03-1F4B98077E79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8B05DE9-B3FE-7EBD-8E62-5CE53AD47E0D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41</a:t>
            </a:fld>
            <a:endParaRPr/>
          </a:p>
        </p:txBody>
      </p:sp>
      <p:sp>
        <p:nvSpPr>
          <p:cNvPr id="409" name="PlaceHolder 2">
            <a:extLst>
              <a:ext uri="{FF2B5EF4-FFF2-40B4-BE49-F238E27FC236}">
                <a16:creationId xmlns:a16="http://schemas.microsoft.com/office/drawing/2014/main" id="{1FCBF8A9-6F66-823F-F5B2-D1FC126E0675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>
            <a:extLst>
              <a:ext uri="{FF2B5EF4-FFF2-40B4-BE49-F238E27FC236}">
                <a16:creationId xmlns:a16="http://schemas.microsoft.com/office/drawing/2014/main" id="{80EE2B44-238D-5BB2-9ACA-104110E0307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>
            <a:extLst>
              <a:ext uri="{FF2B5EF4-FFF2-40B4-BE49-F238E27FC236}">
                <a16:creationId xmlns:a16="http://schemas.microsoft.com/office/drawing/2014/main" id="{0F1379A5-2A77-5FF6-8A04-ECCA96A2452D}"/>
              </a:ext>
            </a:extLst>
          </p:cNvPr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>
            <a:extLst>
              <a:ext uri="{FF2B5EF4-FFF2-40B4-BE49-F238E27FC236}">
                <a16:creationId xmlns:a16="http://schemas.microsoft.com/office/drawing/2014/main" id="{E9C4AD2C-E9E9-AEBC-ACAA-74532F8740A9}"/>
              </a:ext>
            </a:extLst>
          </p:cNvPr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>
            <a:extLst>
              <a:ext uri="{FF2B5EF4-FFF2-40B4-BE49-F238E27FC236}">
                <a16:creationId xmlns:a16="http://schemas.microsoft.com/office/drawing/2014/main" id="{4F1C7EF3-8CCF-4AE3-4D42-62B2EAA31B61}"/>
              </a:ext>
            </a:extLst>
          </p:cNvPr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>
            <a:extLst>
              <a:ext uri="{FF2B5EF4-FFF2-40B4-BE49-F238E27FC236}">
                <a16:creationId xmlns:a16="http://schemas.microsoft.com/office/drawing/2014/main" id="{DD52D1EF-A119-CB98-AAB1-D50BA883E547}"/>
              </a:ext>
            </a:extLst>
          </p:cNvPr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>
            <a:extLst>
              <a:ext uri="{FF2B5EF4-FFF2-40B4-BE49-F238E27FC236}">
                <a16:creationId xmlns:a16="http://schemas.microsoft.com/office/drawing/2014/main" id="{B81EF406-A2DD-1E4E-2569-F5AEE5D10B1B}"/>
              </a:ext>
            </a:extLst>
          </p:cNvPr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>
            <a:extLst>
              <a:ext uri="{FF2B5EF4-FFF2-40B4-BE49-F238E27FC236}">
                <a16:creationId xmlns:a16="http://schemas.microsoft.com/office/drawing/2014/main" id="{E2047F58-3BA8-20AD-8BDD-8DAE9B3647FC}"/>
              </a:ext>
            </a:extLst>
          </p:cNvPr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>
            <a:extLst>
              <a:ext uri="{FF2B5EF4-FFF2-40B4-BE49-F238E27FC236}">
                <a16:creationId xmlns:a16="http://schemas.microsoft.com/office/drawing/2014/main" id="{AB855FF0-FB30-CA2E-50BB-50216EB57C52}"/>
              </a:ext>
            </a:extLst>
          </p:cNvPr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>
            <a:extLst>
              <a:ext uri="{FF2B5EF4-FFF2-40B4-BE49-F238E27FC236}">
                <a16:creationId xmlns:a16="http://schemas.microsoft.com/office/drawing/2014/main" id="{88416CC1-C13B-30E1-5CDC-BBB1F1646E17}"/>
              </a:ext>
            </a:extLst>
          </p:cNvPr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>
            <a:extLst>
              <a:ext uri="{FF2B5EF4-FFF2-40B4-BE49-F238E27FC236}">
                <a16:creationId xmlns:a16="http://schemas.microsoft.com/office/drawing/2014/main" id="{41272583-C6FA-62B9-BFCF-328F2386C39D}"/>
              </a:ext>
            </a:extLst>
          </p:cNvPr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80099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171726</TotalTime>
  <Words>3632</Words>
  <Application>Microsoft Macintosh PowerPoint</Application>
  <PresentationFormat>Widescreen</PresentationFormat>
  <Paragraphs>1041</Paragraphs>
  <Slides>41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4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Same data, different views</vt:lpstr>
      <vt:lpstr>Same data, different views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  <vt:lpstr>Broadcasting matching rule: dimensions are aligned to the right and match if they are equal, or equal to 1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1740</cp:revision>
  <cp:lastPrinted>2017-08-28T05:46:03Z</cp:lastPrinted>
  <dcterms:created xsi:type="dcterms:W3CDTF">2010-10-01T16:09:12Z</dcterms:created>
  <dcterms:modified xsi:type="dcterms:W3CDTF">2026-07-27T16:35:21Z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