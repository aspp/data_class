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25.xml.rels" ContentType="application/vnd.openxmlformats-package.relationships+xml"/>
  <Override PartName="/ppt/slideMasters/_rels/slideMaster13.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13.xml" ContentType="application/vnd.openxmlformats-officedocument.presentationml.slideMaster+xml"/>
  <Override PartName="/ppt/slideMasters/slideMaster25.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37.xml" ContentType="application/vnd.openxmlformats-officedocument.theme+xml"/>
  <Override PartName="/ppt/slideLayouts/slideLayout22.xml" ContentType="application/vnd.openxmlformats-officedocument.presentationml.slideLayout+xml"/>
  <Override PartName="/ppt/slideLayouts/_rels/slideLayout15.xml.rels" ContentType="application/vnd.openxmlformats-package.relationships+xml"/>
  <Override PartName="/ppt/slideLayouts/_rels/slideLayout7.xml.rels" ContentType="application/vnd.openxmlformats-package.relationships+xml"/>
  <Override PartName="/ppt/slideLayouts/_rels/slideLayout14.xml.rels" ContentType="application/vnd.openxmlformats-package.relationships+xml"/>
  <Override PartName="/ppt/slideLayouts/_rels/slideLayout6.xml.rels" ContentType="application/vnd.openxmlformats-package.relationships+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10.xml.rels" ContentType="application/vnd.openxmlformats-package.relationships+xml"/>
  <Override PartName="/ppt/slideLayouts/_rels/slideLayout29.xml.rels" ContentType="application/vnd.openxmlformats-package.relationships+xml"/>
  <Override PartName="/ppt/slideLayouts/_rels/slideLayout31.xml.rels" ContentType="application/vnd.openxmlformats-package.relationships+xml"/>
  <Override PartName="/ppt/slideLayouts/_rels/slideLayout9.xml.rels" ContentType="application/vnd.openxmlformats-package.relationships+xml"/>
  <Override PartName="/ppt/slideLayouts/_rels/slideLayout17.xml.rels" ContentType="application/vnd.openxmlformats-package.relationships+xml"/>
  <Override PartName="/ppt/slideLayouts/_rels/slideLayout28.xml.rels" ContentType="application/vnd.openxmlformats-package.relationships+xml"/>
  <Override PartName="/ppt/slideLayouts/_rels/slideLayout30.xml.rels" ContentType="application/vnd.openxmlformats-package.relationships+xml"/>
  <Override PartName="/ppt/slideLayouts/_rels/slideLayout8.xml.rels" ContentType="application/vnd.openxmlformats-package.relationships+xml"/>
  <Override PartName="/ppt/slideLayouts/_rels/slideLayout16.xml.rels" ContentType="application/vnd.openxmlformats-package.relationships+xml"/>
  <Override PartName="/ppt/slideLayouts/_rels/slideLayout27.xml.rels" ContentType="application/vnd.openxmlformats-package.relationships+xml"/>
  <Override PartName="/ppt/slideLayouts/_rels/slideLayout18.xml.rels" ContentType="application/vnd.openxmlformats-package.relationships+xml"/>
  <Override PartName="/ppt/slideLayouts/_rels/slideLayout20.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32.xml.rels" ContentType="application/vnd.openxmlformats-package.relationships+xml"/>
  <Override PartName="/ppt/slideLayouts/_rels/slideLayout33.xml.rels" ContentType="application/vnd.openxmlformats-package.relationships+xml"/>
  <Override PartName="/ppt/slideLayouts/_rels/slideLayout34.xml.rels" ContentType="application/vnd.openxmlformats-package.relationships+xml"/>
  <Override PartName="/ppt/slideLayouts/_rels/slideLayout35.xml.rels" ContentType="application/vnd.openxmlformats-package.relationships+xml"/>
  <Override PartName="/ppt/slideLayouts/_rels/slideLayout36.xml.rels" ContentType="application/vnd.openxmlformats-package.relationships+xml"/>
  <Override PartName="/ppt/slideLayouts/_rels/slideLayout26.xml.rels" ContentType="application/vnd.openxmlformats-package.relationships+xml"/>
  <Override PartName="/ppt/slideLayouts/_rels/slideLayout13.xml.rels" ContentType="application/vnd.openxmlformats-package.relationships+xml"/>
  <Override PartName="/ppt/slideLayouts/_rels/slideLayout5.xml.rels" ContentType="application/vnd.openxmlformats-package.relationships+xml"/>
  <Override PartName="/ppt/slideLayouts/_rels/slideLayout25.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24.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23.xml.rels" ContentType="application/vnd.openxmlformats-package.relationships+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29.xml" ContentType="application/vnd.openxmlformats-officedocument.presentationml.slideLayout+xml"/>
  <Override PartName="/ppt/slideLayouts/slideLayout3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32.xml" ContentType="application/vnd.openxmlformats-officedocument.presentationml.slideLayout+xml"/>
  <Override PartName="/ppt/slideLayouts/slideLayout13.xml" ContentType="application/vnd.openxmlformats-officedocument.presentationml.slideLayout+xml"/>
  <Override PartName="/ppt/slideLayouts/slideLayout9.xml" ContentType="application/vnd.openxmlformats-officedocument.presentationml.slideLayout+xml"/>
  <Override PartName="/ppt/slideLayouts/slideLayout33.xml" ContentType="application/vnd.openxmlformats-officedocument.presentationml.slideLayout+xml"/>
  <Override PartName="/ppt/slideLayouts/slideLayout30.xml" ContentType="application/vnd.openxmlformats-officedocument.presentationml.slideLayout+xml"/>
  <Override PartName="/ppt/slideLayouts/slideLayout6.xml" ContentType="application/vnd.openxmlformats-officedocument.presentationml.slideLayout+xml"/>
  <Override PartName="/ppt/slideLayouts/slideLayout28.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12.xml" ContentType="application/vnd.openxmlformats-officedocument.presentationml.slideLayout+xml"/>
  <Override PartName="/ppt/slideLayouts/slideLayout36.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5.xml" ContentType="application/vnd.openxmlformats-officedocument.presentationml.slideLayout+xml"/>
  <Override PartName="/ppt/slideLayouts/slideLayout27.xml" ContentType="application/vnd.openxmlformats-officedocument.presentationml.slideLayout+xml"/>
  <Override PartName="/ppt/slideLayouts/slideLayout4.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25.xml" ContentType="application/vnd.openxmlformats-officedocument.presentationml.slideLayout+xml"/>
  <Override PartName="/ppt/slideLayouts/slideLayout2.xml" ContentType="application/vnd.openxmlformats-officedocument.presentationml.slideLayout+xml"/>
  <Override PartName="/ppt/slideLayouts/slideLayout24.xml" ContentType="application/vnd.openxmlformats-officedocument.presentationml.slideLayout+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29.png" ContentType="image/png"/>
  <Override PartName="/ppt/media/image28.png" ContentType="image/png"/>
  <Override PartName="/ppt/media/image27.png" ContentType="image/png"/>
  <Override PartName="/ppt/media/image26.png" ContentType="image/png"/>
  <Override PartName="/ppt/media/image25.png" ContentType="image/png"/>
  <Override PartName="/ppt/media/image11.png" ContentType="image/png"/>
  <Override PartName="/ppt/media/image17.png" ContentType="image/png"/>
  <Override PartName="/ppt/media/image8.png" ContentType="image/png"/>
  <Override PartName="/ppt/media/image12.png" ContentType="image/png"/>
  <Override PartName="/ppt/media/image3.png" ContentType="image/png"/>
  <Override PartName="/ppt/media/image10.png" ContentType="image/png"/>
  <Override PartName="/ppt/media/image1.png" ContentType="image/png"/>
  <Override PartName="/ppt/media/image33.png" ContentType="image/png"/>
  <Override PartName="/ppt/media/image2.png" ContentType="image/png"/>
  <Override PartName="/ppt/media/image34.png" ContentType="image/png"/>
  <Override PartName="/ppt/media/image30.png" ContentType="image/png"/>
  <Override PartName="/ppt/media/image31.png" ContentType="image/png"/>
  <Override PartName="/ppt/media/image32.png" ContentType="image/png"/>
  <Override PartName="/ppt/media/image7.png" ContentType="image/png"/>
  <Override PartName="/ppt/media/image16.png" ContentType="image/png"/>
  <Override PartName="/ppt/media/image13.png" ContentType="image/png"/>
  <Override PartName="/ppt/media/image4.png" ContentType="image/png"/>
  <Override PartName="/ppt/media/image9.png" ContentType="image/png"/>
  <Override PartName="/ppt/media/image6.jpeg" ContentType="image/jpeg"/>
  <Override PartName="/ppt/media/image18.png" ContentType="image/png"/>
  <Override PartName="/ppt/media/image20.png" ContentType="image/png"/>
  <Override PartName="/ppt/media/image5.jpeg" ContentType="image/jpeg"/>
  <Override PartName="/ppt/media/image14.png" ContentType="image/png"/>
  <Override PartName="/ppt/media/image15.png" ContentType="image/png"/>
  <Override PartName="/ppt/media/image19.png" ContentType="image/png"/>
  <Override PartName="/ppt/media/image21.png" ContentType="image/png"/>
  <Override PartName="/ppt/media/image22.png" ContentType="image/png"/>
  <Override PartName="/ppt/media/image23.png" ContentType="image/png"/>
  <Override PartName="/ppt/media/image24.png" ContentType="image/png"/>
  <Override PartName="/ppt/slides/_rels/slide14.xml.rels" ContentType="application/vnd.openxmlformats-package.relationships+xml"/>
  <Override PartName="/ppt/slides/_rels/slide6.xml.rels" ContentType="application/vnd.openxmlformats-package.relationships+xml"/>
  <Override PartName="/ppt/slides/_rels/slide23.xml.rels" ContentType="application/vnd.openxmlformats-package.relationships+xml"/>
  <Override PartName="/ppt/slides/_rels/slide15.xml.rels" ContentType="application/vnd.openxmlformats-package.relationships+xml"/>
  <Override PartName="/ppt/slides/_rels/slide19.xml.rels" ContentType="application/vnd.openxmlformats-package.relationships+xml"/>
  <Override PartName="/ppt/slides/_rels/slide33.xml.rels" ContentType="application/vnd.openxmlformats-package.relationships+xml"/>
  <Override PartName="/ppt/slides/_rels/slide32.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5.xml.rels" ContentType="application/vnd.openxmlformats-package.relationships+xml"/>
  <Override PartName="/ppt/slides/_rels/slide22.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27.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25.xml.rels" ContentType="application/vnd.openxmlformats-package.relationships+xml"/>
  <Override PartName="/ppt/slides/_rels/slide2.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19.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Override PartName="/ppt/slides/slide7.xml" ContentType="application/vnd.openxmlformats-officedocument.presentationml.slide+xml"/>
  <Override PartName="/ppt/slides/slide15.xml" ContentType="application/vnd.openxmlformats-officedocument.presentationml.slide+xml"/>
  <Override PartName="/ppt/slides/slide6.xml" ContentType="application/vnd.openxmlformats-officedocument.presentationml.slide+xml"/>
  <Override PartName="/ppt/slides/slide14.xml" ContentType="application/vnd.openxmlformats-officedocument.presentationml.slide+xml"/>
  <Override PartName="/ppt/notesSlides/_rels/notesSlide30.xml.rels" ContentType="application/vnd.openxmlformats-package.relationships+xml"/>
  <Override PartName="/ppt/notesSlides/_rels/notesSlide29.xml.rels" ContentType="application/vnd.openxmlformats-package.relationships+xml"/>
  <Override PartName="/ppt/notesSlides/_rels/notesSlide27.xml.rels" ContentType="application/vnd.openxmlformats-package.relationships+xml"/>
  <Override PartName="/ppt/notesSlides/_rels/notesSlide25.xml.rels" ContentType="application/vnd.openxmlformats-package.relationships+xml"/>
  <Override PartName="/ppt/notesSlides/_rels/notesSlide13.xml.rels" ContentType="application/vnd.openxmlformats-package.relationships+xml"/>
  <Override PartName="/ppt/notesSlides/_rels/notesSlide28.xml.rels" ContentType="application/vnd.openxmlformats-package.relationships+xml"/>
  <Override PartName="/ppt/notesSlides/_rels/notesSlide1.xml.rels" ContentType="application/vnd.openxmlformats-package.relationships+xml"/>
  <Override PartName="/ppt/notesSlides/notesSlide1.xml" ContentType="application/vnd.openxmlformats-officedocument.presentationml.notesSlide+xml"/>
  <Override PartName="/ppt/notesSlides/notesSlide28.xml" ContentType="application/vnd.openxmlformats-officedocument.presentationml.notesSlide+xml"/>
  <Override PartName="/ppt/notesSlides/notesSlide13.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13.xml"/><Relationship Id="rId4" Type="http://schemas.openxmlformats.org/officeDocument/2006/relationships/slideMaster" Target="slideMasters/slideMaster25.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7.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sldImg"/>
          </p:nvPr>
        </p:nvSpPr>
        <p:spPr>
          <a:xfrm>
            <a:off x="0" y="764280"/>
            <a:ext cx="0" cy="0"/>
          </a:xfrm>
          <a:prstGeom prst="rect">
            <a:avLst/>
          </a:prstGeom>
          <a:noFill/>
          <a:ln w="0">
            <a:noFill/>
          </a:ln>
        </p:spPr>
        <p:txBody>
          <a:bodyPr lIns="0" rIns="0" tIns="0" bIns="0" anchor="ctr">
            <a:noAutofit/>
          </a:bodyPr>
          <a:p>
            <a:pPr algn="ctr"/>
            <a:r>
              <a:rPr b="0" lang="en-US" sz="4400" strike="noStrike" u="none">
                <a:solidFill>
                  <a:srgbClr val="000000"/>
                </a:solidFill>
                <a:effectLst/>
                <a:uFillTx/>
                <a:latin typeface="Arial"/>
              </a:rPr>
              <a:t>Click to move the slide</a:t>
            </a:r>
            <a:endParaRPr b="0" lang="en-US" sz="4400" strike="noStrike" u="none">
              <a:solidFill>
                <a:srgbClr val="000000"/>
              </a:solidFill>
              <a:effectLst/>
              <a:uFillTx/>
              <a:latin typeface="Arial"/>
            </a:endParaRPr>
          </a:p>
        </p:txBody>
      </p:sp>
      <p:sp>
        <p:nvSpPr>
          <p:cNvPr id="216"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indent="0">
              <a:buNone/>
            </a:pPr>
            <a:r>
              <a:rPr b="0" lang="en-US" sz="2000" strike="noStrike" u="none">
                <a:solidFill>
                  <a:srgbClr val="000000"/>
                </a:solidFill>
                <a:effectLst/>
                <a:uFillTx/>
                <a:latin typeface="Arial"/>
              </a:rPr>
              <a:t>Click to edit the notes format</a:t>
            </a:r>
            <a:endParaRPr b="0" lang="en-US" sz="2000" strike="noStrike" u="none">
              <a:solidFill>
                <a:srgbClr val="000000"/>
              </a:solidFill>
              <a:effectLst/>
              <a:uFillTx/>
              <a:latin typeface="Arial"/>
            </a:endParaRPr>
          </a:p>
        </p:txBody>
      </p:sp>
      <p:sp>
        <p:nvSpPr>
          <p:cNvPr id="217"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trike="noStrike" u="none">
                <a:solidFill>
                  <a:srgbClr val="000000"/>
                </a:solidFill>
                <a:effectLst/>
                <a:uFillTx/>
                <a:latin typeface="Times New Roman"/>
              </a:rPr>
              <a:t>&lt;header&gt;</a:t>
            </a:r>
            <a:endParaRPr b="0" lang="en-US" sz="1400" strike="noStrike" u="none">
              <a:solidFill>
                <a:srgbClr val="000000"/>
              </a:solidFill>
              <a:effectLst/>
              <a:uFillTx/>
              <a:latin typeface="Times New Roman"/>
            </a:endParaRPr>
          </a:p>
        </p:txBody>
      </p:sp>
      <p:sp>
        <p:nvSpPr>
          <p:cNvPr id="218" name="PlaceHolder 4"/>
          <p:cNvSpPr>
            <a:spLocks noGrp="1"/>
          </p:cNvSpPr>
          <p:nvPr>
            <p:ph type="dt" idx="109"/>
          </p:nvPr>
        </p:nvSpPr>
        <p:spPr>
          <a:xfrm>
            <a:off x="4399200" y="0"/>
            <a:ext cx="3372840" cy="502560"/>
          </a:xfrm>
          <a:prstGeom prst="rect">
            <a:avLst/>
          </a:prstGeom>
          <a:noFill/>
          <a:ln w="0">
            <a:noFill/>
          </a:ln>
        </p:spPr>
        <p:txBody>
          <a:bodyPr lIns="0" rIns="0" tIns="0" bIns="0" anchor="t">
            <a:noAutofit/>
          </a:bodyPr>
          <a:lstStyle>
            <a:lvl1pPr indent="0" algn="r">
              <a:buNone/>
              <a:defRPr b="0" lang="en-US" sz="1400" strike="noStrike" u="none">
                <a:solidFill>
                  <a:srgbClr val="000000"/>
                </a:solidFill>
                <a:effectLst/>
                <a:uFillTx/>
                <a:latin typeface="Times New Roman"/>
              </a:defRPr>
            </a:lvl1pPr>
          </a:lstStyle>
          <a:p>
            <a:pPr indent="0" algn="r">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219" name="PlaceHolder 5"/>
          <p:cNvSpPr>
            <a:spLocks noGrp="1"/>
          </p:cNvSpPr>
          <p:nvPr>
            <p:ph type="ftr" idx="110"/>
          </p:nvPr>
        </p:nvSpPr>
        <p:spPr>
          <a:xfrm>
            <a:off x="0" y="9555480"/>
            <a:ext cx="3372840" cy="502560"/>
          </a:xfrm>
          <a:prstGeom prst="rect">
            <a:avLst/>
          </a:prstGeom>
          <a:noFill/>
          <a:ln w="0">
            <a:noFill/>
          </a:ln>
        </p:spPr>
        <p:txBody>
          <a:bodyPr lIns="0" rIns="0" tIns="0" bIns="0" anchor="b">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220" name="PlaceHolder 6"/>
          <p:cNvSpPr>
            <a:spLocks noGrp="1"/>
          </p:cNvSpPr>
          <p:nvPr>
            <p:ph type="sldNum" idx="111"/>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trike="noStrike" u="none">
                <a:solidFill>
                  <a:srgbClr val="000000"/>
                </a:solidFill>
                <a:effectLst/>
                <a:uFillTx/>
                <a:latin typeface="Times New Roman"/>
              </a:defRPr>
            </a:lvl1pPr>
          </a:lstStyle>
          <a:p>
            <a:pPr indent="0" algn="r">
              <a:buNone/>
            </a:pPr>
            <a:fld id="{4D0A43CD-0BB2-49BD-A6EC-4245F73F2F84}" type="slidenum">
              <a:rPr b="0" lang="en-US"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0" name="PlaceHolder 1"/>
          <p:cNvSpPr>
            <a:spLocks noGrp="1"/>
          </p:cNvSpPr>
          <p:nvPr>
            <p:ph type="sldImg"/>
          </p:nvPr>
        </p:nvSpPr>
        <p:spPr>
          <a:xfrm>
            <a:off x="380880" y="685800"/>
            <a:ext cx="6094800" cy="3427920"/>
          </a:xfrm>
          <a:prstGeom prst="rect">
            <a:avLst/>
          </a:prstGeom>
          <a:ln w="0">
            <a:noFill/>
          </a:ln>
        </p:spPr>
      </p:sp>
      <p:sp>
        <p:nvSpPr>
          <p:cNvPr id="491" name="PlaceHolder 2"/>
          <p:cNvSpPr>
            <a:spLocks noGrp="1"/>
          </p:cNvSpPr>
          <p:nvPr>
            <p:ph type="body"/>
          </p:nvPr>
        </p:nvSpPr>
        <p:spPr>
          <a:xfrm>
            <a:off x="914400" y="4343400"/>
            <a:ext cx="5028120" cy="4113720"/>
          </a:xfrm>
          <a:prstGeom prst="rect">
            <a:avLst/>
          </a:prstGeom>
          <a:noFill/>
          <a:ln w="9360">
            <a:noFill/>
          </a:ln>
        </p:spPr>
        <p:txBody>
          <a:bodyPr numCol="1" spcCol="0" lIns="0" rIns="0" tIns="0" bIns="0" anchor="t">
            <a:normAutofit/>
          </a:bodyPr>
          <a:p>
            <a:pPr indent="0">
              <a:buNone/>
            </a:pPr>
            <a:endParaRPr b="0" lang="en-US" sz="1800" strike="noStrike" u="none">
              <a:solidFill>
                <a:srgbClr val="000000"/>
              </a:solidFill>
              <a:effectLst/>
              <a:uFillTx/>
              <a:latin typeface="Arial"/>
            </a:endParaRPr>
          </a:p>
        </p:txBody>
      </p:sp>
      <p:sp>
        <p:nvSpPr>
          <p:cNvPr id="492" name="PlaceHolder 3"/>
          <p:cNvSpPr>
            <a:spLocks noGrp="1"/>
          </p:cNvSpPr>
          <p:nvPr>
            <p:ph type="sldNum" idx="144"/>
          </p:nvPr>
        </p:nvSpPr>
        <p:spPr>
          <a:xfrm>
            <a:off x="3886200" y="8686800"/>
            <a:ext cx="2970720" cy="456120"/>
          </a:xfrm>
          <a:prstGeom prst="rect">
            <a:avLst/>
          </a:prstGeom>
          <a:noFill/>
          <a:ln w="9360">
            <a:noFill/>
          </a:ln>
        </p:spPr>
        <p:txBody>
          <a:bodyPr numCol="1" spcCol="0" lIns="0" rIns="0" tIns="0" bIns="0" anchor="b">
            <a:noAutofit/>
          </a:bodyPr>
          <a:lstStyle>
            <a:lvl1pPr indent="0" algn="r">
              <a:lnSpc>
                <a:spcPct val="100000"/>
              </a:lnSpc>
              <a:buNone/>
              <a:tabLst>
                <a:tab algn="l" pos="0"/>
              </a:tabLst>
              <a:defRPr b="0" lang="en-US" sz="1200" strike="noStrike" u="none">
                <a:solidFill>
                  <a:srgbClr val="000000"/>
                </a:solidFill>
                <a:effectLst/>
                <a:uFillTx/>
                <a:latin typeface="+mn-lt"/>
                <a:ea typeface="+mn-ea"/>
              </a:defRPr>
            </a:lvl1pPr>
          </a:lstStyle>
          <a:p>
            <a:pPr indent="0" algn="r">
              <a:lnSpc>
                <a:spcPct val="100000"/>
              </a:lnSpc>
              <a:buNone/>
              <a:tabLst>
                <a:tab algn="l" pos="0"/>
              </a:tabLst>
            </a:pPr>
            <a:fld id="{27444E19-6A99-4D44-8ED3-2524EA89C9C8}" type="slidenum">
              <a:rPr b="0" lang="en-US" sz="1200" strike="noStrike" u="none">
                <a:solidFill>
                  <a:srgbClr val="000000"/>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3" name="PlaceHolder 1"/>
          <p:cNvSpPr>
            <a:spLocks noGrp="1"/>
          </p:cNvSpPr>
          <p:nvPr>
            <p:ph type="sldImg"/>
          </p:nvPr>
        </p:nvSpPr>
        <p:spPr>
          <a:xfrm>
            <a:off x="380880" y="685800"/>
            <a:ext cx="6094800" cy="3427920"/>
          </a:xfrm>
          <a:prstGeom prst="rect">
            <a:avLst/>
          </a:prstGeom>
          <a:ln w="0">
            <a:noFill/>
          </a:ln>
        </p:spPr>
      </p:sp>
      <p:sp>
        <p:nvSpPr>
          <p:cNvPr id="494" name="PlaceHolder 2"/>
          <p:cNvSpPr>
            <a:spLocks noGrp="1"/>
          </p:cNvSpPr>
          <p:nvPr>
            <p:ph type="body"/>
          </p:nvPr>
        </p:nvSpPr>
        <p:spPr>
          <a:xfrm>
            <a:off x="914400" y="4343400"/>
            <a:ext cx="5028120" cy="4113720"/>
          </a:xfrm>
          <a:prstGeom prst="rect">
            <a:avLst/>
          </a:prstGeom>
          <a:noFill/>
          <a:ln w="9360">
            <a:noFill/>
          </a:ln>
        </p:spPr>
        <p:txBody>
          <a:bodyPr numCol="1" spcCol="0" lIns="0" rIns="0" tIns="0" bIns="0" anchor="t">
            <a:noAutofit/>
          </a:bodyPr>
          <a:p>
            <a:pPr marL="216000" indent="0">
              <a:lnSpc>
                <a:spcPct val="100000"/>
              </a:lnSpc>
              <a:buNone/>
              <a:tabLst>
                <a:tab algn="l" pos="0"/>
              </a:tabLst>
            </a:pPr>
            <a:r>
              <a:rPr b="0" lang="en-US" sz="2000" strike="noStrike" u="none">
                <a:solidFill>
                  <a:srgbClr val="000000"/>
                </a:solidFill>
                <a:effectLst/>
                <a:uFillTx/>
                <a:latin typeface="Arial"/>
              </a:rPr>
              <a:t>Data and code are related. </a:t>
            </a:r>
            <a:endParaRPr b="0" lang="en-US" sz="2000" strike="noStrike" u="none">
              <a:solidFill>
                <a:srgbClr val="000000"/>
              </a:solidFill>
              <a:effectLst/>
              <a:uFillTx/>
              <a:latin typeface="Arial"/>
            </a:endParaRPr>
          </a:p>
          <a:p>
            <a:pPr marL="216000" indent="0">
              <a:lnSpc>
                <a:spcPct val="100000"/>
              </a:lnSpc>
              <a:buNone/>
              <a:tabLst>
                <a:tab algn="l" pos="0"/>
              </a:tabLst>
            </a:pPr>
            <a:endParaRPr b="0" lang="en-US" sz="2000" strike="noStrike" u="none">
              <a:solidFill>
                <a:srgbClr val="000000"/>
              </a:solidFill>
              <a:effectLst/>
              <a:uFillTx/>
              <a:latin typeface="Arial"/>
            </a:endParaRPr>
          </a:p>
          <a:p>
            <a:pPr marL="216000" indent="0">
              <a:lnSpc>
                <a:spcPct val="100000"/>
              </a:lnSpc>
              <a:buNone/>
              <a:tabLst>
                <a:tab algn="l" pos="0"/>
              </a:tabLst>
            </a:pPr>
            <a:r>
              <a:rPr b="0" lang="en-US" sz="2000" strike="noStrike" u="none">
                <a:solidFill>
                  <a:srgbClr val="000000"/>
                </a:solidFill>
                <a:effectLst/>
                <a:uFillTx/>
                <a:latin typeface="Arial"/>
              </a:rPr>
              <a:t>Nice transition from the last question. In extreme case, when the relations in the graph are dynamic/ changing a lot, </a:t>
            </a:r>
            <a:r>
              <a:rPr b="0" lang="en-US" sz="2000" strike="noStrike" u="none">
                <a:solidFill>
                  <a:srgbClr val="000000"/>
                </a:solidFill>
                <a:effectLst/>
                <a:uFillTx/>
                <a:latin typeface="Times New Roman"/>
              </a:rPr>
              <a:t>using a dictionary is not a good solution. Instead, when small dataset and we are mainly interested in visualizing the relations, it might be.</a:t>
            </a:r>
            <a:endParaRPr b="0" lang="en-US" sz="2000" strike="noStrike" u="none">
              <a:solidFill>
                <a:srgbClr val="000000"/>
              </a:solidFill>
              <a:effectLst/>
              <a:uFillTx/>
              <a:latin typeface="Arial"/>
            </a:endParaRPr>
          </a:p>
          <a:p>
            <a:pPr marL="216000" indent="0">
              <a:lnSpc>
                <a:spcPct val="100000"/>
              </a:lnSpc>
              <a:buNone/>
              <a:tabLst>
                <a:tab algn="l" pos="0"/>
              </a:tabLst>
            </a:pPr>
            <a:r>
              <a:rPr b="0" lang="en-US" sz="2000" strike="noStrike" u="none">
                <a:solidFill>
                  <a:srgbClr val="000000"/>
                </a:solidFill>
                <a:effectLst/>
                <a:uFillTx/>
                <a:latin typeface="Times New Roman"/>
              </a:rPr>
              <a:t>The NumPy array solutions, scales much better, in case there are hundreds of dynamically changing relations to inspect.</a:t>
            </a:r>
            <a:endParaRPr b="0" lang="en-US" sz="2000" strike="noStrike" u="none">
              <a:solidFill>
                <a:srgbClr val="000000"/>
              </a:solidFill>
              <a:effectLst/>
              <a:uFillTx/>
              <a:latin typeface="Arial"/>
            </a:endParaRPr>
          </a:p>
        </p:txBody>
      </p:sp>
      <p:sp>
        <p:nvSpPr>
          <p:cNvPr id="495" name="PlaceHolder 3"/>
          <p:cNvSpPr>
            <a:spLocks noGrp="1"/>
          </p:cNvSpPr>
          <p:nvPr>
            <p:ph type="sldNum" idx="145"/>
          </p:nvPr>
        </p:nvSpPr>
        <p:spPr>
          <a:xfrm>
            <a:off x="3886200" y="8686800"/>
            <a:ext cx="2970720" cy="456120"/>
          </a:xfrm>
          <a:prstGeom prst="rect">
            <a:avLst/>
          </a:prstGeom>
          <a:noFill/>
          <a:ln w="9360">
            <a:noFill/>
          </a:ln>
        </p:spPr>
        <p:txBody>
          <a:bodyPr numCol="1" spcCol="0" lIns="0" rIns="0" tIns="0" bIns="0" anchor="b">
            <a:noAutofit/>
          </a:bodyPr>
          <a:lstStyle>
            <a:lvl1pPr indent="0" algn="r">
              <a:lnSpc>
                <a:spcPct val="100000"/>
              </a:lnSpc>
              <a:buNone/>
              <a:tabLst>
                <a:tab algn="l" pos="0"/>
              </a:tabLst>
              <a:defRPr b="0" lang="en-US" sz="1200" strike="noStrike" u="none">
                <a:solidFill>
                  <a:srgbClr val="000000"/>
                </a:solidFill>
                <a:effectLst/>
                <a:uFillTx/>
                <a:latin typeface="Times New Roman"/>
              </a:defRPr>
            </a:lvl1pPr>
          </a:lstStyle>
          <a:p>
            <a:pPr indent="0" algn="r">
              <a:lnSpc>
                <a:spcPct val="100000"/>
              </a:lnSpc>
              <a:buNone/>
              <a:tabLst>
                <a:tab algn="l" pos="0"/>
              </a:tabLst>
            </a:pPr>
            <a:fld id="{661725CE-0A81-4D20-8C66-D135DD413A75}"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6" name="PlaceHolder 1"/>
          <p:cNvSpPr>
            <a:spLocks noGrp="1"/>
          </p:cNvSpPr>
          <p:nvPr>
            <p:ph type="sldImg"/>
          </p:nvPr>
        </p:nvSpPr>
        <p:spPr>
          <a:xfrm>
            <a:off x="380880" y="685800"/>
            <a:ext cx="6094800" cy="3427920"/>
          </a:xfrm>
          <a:prstGeom prst="rect">
            <a:avLst/>
          </a:prstGeom>
          <a:ln w="0">
            <a:noFill/>
          </a:ln>
        </p:spPr>
      </p:sp>
      <p:sp>
        <p:nvSpPr>
          <p:cNvPr id="497" name="PlaceHolder 2"/>
          <p:cNvSpPr>
            <a:spLocks noGrp="1"/>
          </p:cNvSpPr>
          <p:nvPr>
            <p:ph type="body"/>
          </p:nvPr>
        </p:nvSpPr>
        <p:spPr>
          <a:xfrm>
            <a:off x="914400" y="4343400"/>
            <a:ext cx="5028120" cy="4113720"/>
          </a:xfrm>
          <a:prstGeom prst="rect">
            <a:avLst/>
          </a:prstGeom>
          <a:noFill/>
          <a:ln w="9360">
            <a:noFill/>
          </a:ln>
        </p:spPr>
        <p:txBody>
          <a:bodyPr numCol="1" spcCol="0" lIns="0" rIns="0" tIns="0" bIns="0" anchor="t">
            <a:noAutofit/>
          </a:bodyPr>
          <a:p>
            <a:pPr marL="216000" indent="0">
              <a:lnSpc>
                <a:spcPct val="100000"/>
              </a:lnSpc>
              <a:buNone/>
              <a:tabLst>
                <a:tab algn="l" pos="0"/>
              </a:tabLst>
            </a:pPr>
            <a:r>
              <a:rPr b="0" lang="en-CH" sz="2000" strike="noStrike" u="none">
                <a:solidFill>
                  <a:srgbClr val="000000"/>
                </a:solidFill>
                <a:effectLst/>
                <a:uFillTx/>
                <a:latin typeface="Arial"/>
              </a:rPr>
              <a:t>Note that there may be different implementations of these data structures with different complexities, these are for the Python implementation.</a:t>
            </a:r>
            <a:endParaRPr b="0" lang="en-US" sz="2000" strike="noStrike" u="none">
              <a:solidFill>
                <a:srgbClr val="000000"/>
              </a:solidFill>
              <a:effectLst/>
              <a:uFillTx/>
              <a:latin typeface="Arial"/>
            </a:endParaRPr>
          </a:p>
          <a:p>
            <a:pPr marL="216000" indent="0">
              <a:lnSpc>
                <a:spcPct val="100000"/>
              </a:lnSpc>
              <a:buNone/>
              <a:tabLst>
                <a:tab algn="l" pos="0"/>
              </a:tabLst>
            </a:pPr>
            <a:endParaRPr b="0" lang="en-US" sz="2000" strike="noStrike" u="none">
              <a:solidFill>
                <a:srgbClr val="000000"/>
              </a:solidFill>
              <a:effectLst/>
              <a:uFillTx/>
              <a:latin typeface="Arial"/>
            </a:endParaRPr>
          </a:p>
          <a:p>
            <a:pPr marL="216000" indent="0">
              <a:lnSpc>
                <a:spcPct val="100000"/>
              </a:lnSpc>
              <a:buNone/>
              <a:tabLst>
                <a:tab algn="l" pos="0"/>
              </a:tabLst>
            </a:pPr>
            <a:r>
              <a:rPr b="0" lang="en-CH" sz="2000" strike="noStrike" u="none">
                <a:solidFill>
                  <a:srgbClr val="000000"/>
                </a:solidFill>
                <a:effectLst/>
                <a:uFillTx/>
                <a:latin typeface="Arial"/>
              </a:rPr>
              <a:t>E.g., if finding an element in a list is important, one could implement it as two dictionaries, one mapping indices to data, one mapping data to indices. Finding out the complexities of all the operations with this implementation is left as a homework.</a:t>
            </a:r>
            <a:endParaRPr b="0" lang="en-US" sz="2000" strike="noStrike" u="none">
              <a:solidFill>
                <a:srgbClr val="000000"/>
              </a:solidFill>
              <a:effectLst/>
              <a:uFillTx/>
              <a:latin typeface="Arial"/>
            </a:endParaRPr>
          </a:p>
          <a:p>
            <a:pPr marL="216000" indent="0">
              <a:lnSpc>
                <a:spcPct val="100000"/>
              </a:lnSpc>
              <a:buNone/>
              <a:tabLst>
                <a:tab algn="l" pos="0"/>
              </a:tabLst>
            </a:pPr>
            <a:endParaRPr b="0" lang="en-US" sz="2000" strike="noStrike" u="none">
              <a:solidFill>
                <a:srgbClr val="000000"/>
              </a:solidFill>
              <a:effectLst/>
              <a:uFillTx/>
              <a:latin typeface="Arial"/>
            </a:endParaRPr>
          </a:p>
        </p:txBody>
      </p:sp>
      <p:sp>
        <p:nvSpPr>
          <p:cNvPr id="498" name="PlaceHolder 3"/>
          <p:cNvSpPr>
            <a:spLocks noGrp="1"/>
          </p:cNvSpPr>
          <p:nvPr>
            <p:ph type="sldNum" idx="146"/>
          </p:nvPr>
        </p:nvSpPr>
        <p:spPr>
          <a:xfrm>
            <a:off x="3886200" y="8686800"/>
            <a:ext cx="2970720" cy="456120"/>
          </a:xfrm>
          <a:prstGeom prst="rect">
            <a:avLst/>
          </a:prstGeom>
          <a:noFill/>
          <a:ln w="9360">
            <a:noFill/>
          </a:ln>
        </p:spPr>
        <p:txBody>
          <a:bodyPr numCol="1" spcCol="0" lIns="0" rIns="0" tIns="0" bIns="0" anchor="b">
            <a:noAutofit/>
          </a:bodyPr>
          <a:lstStyle>
            <a:lvl1pPr indent="0" algn="r">
              <a:lnSpc>
                <a:spcPct val="100000"/>
              </a:lnSpc>
              <a:buNone/>
              <a:tabLst>
                <a:tab algn="l" pos="0"/>
              </a:tabLst>
              <a:defRPr b="0" lang="en-US" sz="1200" strike="noStrike" u="none">
                <a:solidFill>
                  <a:srgbClr val="000000"/>
                </a:solidFill>
                <a:effectLst/>
                <a:uFillTx/>
                <a:latin typeface="Times New Roman"/>
              </a:defRPr>
            </a:lvl1pPr>
          </a:lstStyle>
          <a:p>
            <a:pPr indent="0" algn="r">
              <a:lnSpc>
                <a:spcPct val="100000"/>
              </a:lnSpc>
              <a:buNone/>
              <a:tabLst>
                <a:tab algn="l" pos="0"/>
              </a:tabLst>
            </a:pPr>
            <a:fld id="{367A4A44-E1F1-42A5-8A04-AB450E88D466}"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9" name="PlaceHolder 1"/>
          <p:cNvSpPr>
            <a:spLocks noGrp="1"/>
          </p:cNvSpPr>
          <p:nvPr>
            <p:ph type="sldImg"/>
          </p:nvPr>
        </p:nvSpPr>
        <p:spPr>
          <a:xfrm>
            <a:off x="380880" y="685800"/>
            <a:ext cx="6094800" cy="3427920"/>
          </a:xfrm>
          <a:prstGeom prst="rect">
            <a:avLst/>
          </a:prstGeom>
          <a:ln w="0">
            <a:noFill/>
          </a:ln>
        </p:spPr>
      </p:sp>
      <p:sp>
        <p:nvSpPr>
          <p:cNvPr id="500" name="PlaceHolder 2"/>
          <p:cNvSpPr>
            <a:spLocks noGrp="1"/>
          </p:cNvSpPr>
          <p:nvPr>
            <p:ph type="body"/>
          </p:nvPr>
        </p:nvSpPr>
        <p:spPr>
          <a:xfrm>
            <a:off x="914400" y="4343400"/>
            <a:ext cx="5028120" cy="4113720"/>
          </a:xfrm>
          <a:prstGeom prst="rect">
            <a:avLst/>
          </a:prstGeom>
          <a:noFill/>
          <a:ln w="9360">
            <a:noFill/>
          </a:ln>
        </p:spPr>
        <p:txBody>
          <a:bodyPr numCol="1" spcCol="0" lIns="0" rIns="0" tIns="0" bIns="0" anchor="t">
            <a:noAutofit/>
          </a:bodyPr>
          <a:p>
            <a:pPr marL="216000" indent="0">
              <a:lnSpc>
                <a:spcPct val="100000"/>
              </a:lnSpc>
              <a:buNone/>
              <a:tabLst>
                <a:tab algn="l" pos="0"/>
              </a:tabLst>
            </a:pPr>
            <a:r>
              <a:rPr b="0" lang="en-US" sz="2000" strike="noStrike" u="none">
                <a:solidFill>
                  <a:srgbClr val="000000"/>
                </a:solidFill>
                <a:effectLst/>
                <a:uFillTx/>
                <a:latin typeface="Arial"/>
              </a:rPr>
              <a:t>Parallelization lowers the curves. </a:t>
            </a:r>
            <a:endParaRPr b="0" lang="en-US" sz="2000" strike="noStrike" u="none">
              <a:solidFill>
                <a:srgbClr val="000000"/>
              </a:solidFill>
              <a:effectLst/>
              <a:uFillTx/>
              <a:latin typeface="Arial"/>
            </a:endParaRPr>
          </a:p>
          <a:p>
            <a:pPr marL="216000" indent="0">
              <a:lnSpc>
                <a:spcPct val="100000"/>
              </a:lnSpc>
              <a:buNone/>
              <a:tabLst>
                <a:tab algn="l" pos="0"/>
              </a:tabLst>
            </a:pPr>
            <a:r>
              <a:rPr b="0" lang="en-US" sz="2000" strike="noStrike" u="none">
                <a:solidFill>
                  <a:srgbClr val="000000"/>
                </a:solidFill>
                <a:effectLst/>
                <a:uFillTx/>
                <a:latin typeface="Arial"/>
              </a:rPr>
              <a:t>For a fixed code, linear code is no necessarily faster. </a:t>
            </a:r>
            <a:endParaRPr b="0" lang="en-US" sz="2000" strike="noStrike" u="none">
              <a:solidFill>
                <a:srgbClr val="000000"/>
              </a:solidFill>
              <a:effectLst/>
              <a:uFillTx/>
              <a:latin typeface="Arial"/>
            </a:endParaRPr>
          </a:p>
          <a:p>
            <a:pPr marL="216000" indent="0">
              <a:lnSpc>
                <a:spcPct val="100000"/>
              </a:lnSpc>
              <a:buNone/>
              <a:tabLst>
                <a:tab algn="l" pos="0"/>
              </a:tabLst>
            </a:pPr>
            <a:r>
              <a:rPr b="0" lang="en-US" sz="2000" strike="noStrike" u="none">
                <a:solidFill>
                  <a:srgbClr val="000000"/>
                </a:solidFill>
                <a:effectLst/>
                <a:uFillTx/>
                <a:latin typeface="Arial"/>
              </a:rPr>
              <a:t>Important when n is growing</a:t>
            </a:r>
            <a:endParaRPr b="0" lang="en-US" sz="2000" strike="noStrike" u="none">
              <a:solidFill>
                <a:srgbClr val="000000"/>
              </a:solidFill>
              <a:effectLst/>
              <a:uFillTx/>
              <a:latin typeface="Arial"/>
            </a:endParaRPr>
          </a:p>
          <a:p>
            <a:pPr marL="216000" indent="0">
              <a:lnSpc>
                <a:spcPct val="100000"/>
              </a:lnSpc>
              <a:buNone/>
              <a:tabLst>
                <a:tab algn="l" pos="0"/>
              </a:tabLst>
            </a:pPr>
            <a:r>
              <a:rPr b="0" lang="en-US" sz="2000" strike="noStrike" u="none">
                <a:solidFill>
                  <a:srgbClr val="000000"/>
                </a:solidFill>
                <a:effectLst/>
                <a:uFillTx/>
                <a:latin typeface="Arial"/>
              </a:rPr>
              <a:t>Parallelization/ optimization </a:t>
            </a:r>
            <a:r>
              <a:rPr b="0" lang="en-US" sz="2000" strike="noStrike" u="none">
                <a:solidFill>
                  <a:srgbClr val="000000"/>
                </a:solidFill>
                <a:effectLst/>
                <a:uFillTx/>
                <a:latin typeface="Wingdings"/>
              </a:rPr>
              <a:t></a:t>
            </a:r>
            <a:r>
              <a:rPr b="0" lang="en-US" sz="2000" strike="noStrike" u="none">
                <a:solidFill>
                  <a:srgbClr val="000000"/>
                </a:solidFill>
                <a:effectLst/>
                <a:uFillTx/>
                <a:latin typeface="Times New Roman"/>
              </a:rPr>
              <a:t> you can make the code faster for any fixed N, but the shape (of growth) can never change</a:t>
            </a:r>
            <a:endParaRPr b="0" lang="en-US" sz="2000" strike="noStrike" u="none">
              <a:solidFill>
                <a:srgbClr val="000000"/>
              </a:solidFill>
              <a:effectLst/>
              <a:uFillTx/>
              <a:latin typeface="Arial"/>
            </a:endParaRPr>
          </a:p>
        </p:txBody>
      </p:sp>
      <p:sp>
        <p:nvSpPr>
          <p:cNvPr id="501" name="PlaceHolder 3"/>
          <p:cNvSpPr>
            <a:spLocks noGrp="1"/>
          </p:cNvSpPr>
          <p:nvPr>
            <p:ph type="sldNum" idx="147"/>
          </p:nvPr>
        </p:nvSpPr>
        <p:spPr>
          <a:xfrm>
            <a:off x="3886200" y="8686800"/>
            <a:ext cx="2970720" cy="456120"/>
          </a:xfrm>
          <a:prstGeom prst="rect">
            <a:avLst/>
          </a:prstGeom>
          <a:noFill/>
          <a:ln w="9360">
            <a:noFill/>
          </a:ln>
        </p:spPr>
        <p:txBody>
          <a:bodyPr numCol="1" spcCol="0" lIns="0" rIns="0" tIns="0" bIns="0" anchor="b">
            <a:noAutofit/>
          </a:bodyPr>
          <a:lstStyle>
            <a:lvl1pPr indent="0" algn="r">
              <a:lnSpc>
                <a:spcPct val="100000"/>
              </a:lnSpc>
              <a:buNone/>
              <a:tabLst>
                <a:tab algn="l" pos="0"/>
              </a:tabLst>
              <a:defRPr b="0" lang="en-US" sz="1200" strike="noStrike" u="none">
                <a:solidFill>
                  <a:srgbClr val="000000"/>
                </a:solidFill>
                <a:effectLst/>
                <a:uFillTx/>
                <a:latin typeface="Times New Roman"/>
              </a:defRPr>
            </a:lvl1pPr>
          </a:lstStyle>
          <a:p>
            <a:pPr indent="0" algn="r">
              <a:lnSpc>
                <a:spcPct val="100000"/>
              </a:lnSpc>
              <a:buNone/>
              <a:tabLst>
                <a:tab algn="l" pos="0"/>
              </a:tabLst>
            </a:pPr>
            <a:fld id="{D05E5072-D4EA-484F-8027-64DD5724A358}"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2" name="PlaceHolder 1"/>
          <p:cNvSpPr>
            <a:spLocks noGrp="1"/>
          </p:cNvSpPr>
          <p:nvPr>
            <p:ph type="sldImg"/>
          </p:nvPr>
        </p:nvSpPr>
        <p:spPr>
          <a:xfrm>
            <a:off x="380880" y="685800"/>
            <a:ext cx="6094800" cy="3427920"/>
          </a:xfrm>
          <a:prstGeom prst="rect">
            <a:avLst/>
          </a:prstGeom>
          <a:ln w="0">
            <a:noFill/>
          </a:ln>
        </p:spPr>
      </p:sp>
      <p:sp>
        <p:nvSpPr>
          <p:cNvPr id="503" name="PlaceHolder 2"/>
          <p:cNvSpPr>
            <a:spLocks noGrp="1"/>
          </p:cNvSpPr>
          <p:nvPr>
            <p:ph type="body"/>
          </p:nvPr>
        </p:nvSpPr>
        <p:spPr>
          <a:xfrm>
            <a:off x="914400" y="4343400"/>
            <a:ext cx="5028120" cy="4113720"/>
          </a:xfrm>
          <a:prstGeom prst="rect">
            <a:avLst/>
          </a:prstGeom>
          <a:noFill/>
          <a:ln w="9360">
            <a:noFill/>
          </a:ln>
        </p:spPr>
        <p:txBody>
          <a:bodyPr numCol="1" spcCol="0" lIns="0" rIns="0" tIns="0" bIns="0" anchor="t">
            <a:noAutofit/>
          </a:bodyPr>
          <a:p>
            <a:pPr marL="216000" indent="0">
              <a:lnSpc>
                <a:spcPct val="100000"/>
              </a:lnSpc>
              <a:buNone/>
              <a:tabLst>
                <a:tab algn="l" pos="0"/>
              </a:tabLst>
            </a:pPr>
            <a:r>
              <a:rPr b="0" lang="en-US" sz="2000" strike="noStrike" u="none">
                <a:solidFill>
                  <a:srgbClr val="000000"/>
                </a:solidFill>
                <a:effectLst/>
                <a:uFillTx/>
                <a:latin typeface="Arial"/>
              </a:rPr>
              <a:t>Parallelization lowers the curves. </a:t>
            </a:r>
            <a:endParaRPr b="0" lang="en-US" sz="2000" strike="noStrike" u="none">
              <a:solidFill>
                <a:srgbClr val="000000"/>
              </a:solidFill>
              <a:effectLst/>
              <a:uFillTx/>
              <a:latin typeface="Arial"/>
            </a:endParaRPr>
          </a:p>
          <a:p>
            <a:pPr marL="216000" indent="0">
              <a:lnSpc>
                <a:spcPct val="100000"/>
              </a:lnSpc>
              <a:buNone/>
              <a:tabLst>
                <a:tab algn="l" pos="0"/>
              </a:tabLst>
            </a:pPr>
            <a:r>
              <a:rPr b="0" lang="en-US" sz="2000" strike="noStrike" u="none">
                <a:solidFill>
                  <a:srgbClr val="000000"/>
                </a:solidFill>
                <a:effectLst/>
                <a:uFillTx/>
                <a:latin typeface="Arial"/>
              </a:rPr>
              <a:t>For a fixed code, linear code is no necessarily faster. </a:t>
            </a:r>
            <a:endParaRPr b="0" lang="en-US" sz="2000" strike="noStrike" u="none">
              <a:solidFill>
                <a:srgbClr val="000000"/>
              </a:solidFill>
              <a:effectLst/>
              <a:uFillTx/>
              <a:latin typeface="Arial"/>
            </a:endParaRPr>
          </a:p>
          <a:p>
            <a:pPr marL="216000" indent="0">
              <a:lnSpc>
                <a:spcPct val="100000"/>
              </a:lnSpc>
              <a:buNone/>
              <a:tabLst>
                <a:tab algn="l" pos="0"/>
              </a:tabLst>
            </a:pPr>
            <a:r>
              <a:rPr b="0" lang="en-US" sz="2000" strike="noStrike" u="none">
                <a:solidFill>
                  <a:srgbClr val="000000"/>
                </a:solidFill>
                <a:effectLst/>
                <a:uFillTx/>
                <a:latin typeface="Arial"/>
              </a:rPr>
              <a:t>Important when n is growing</a:t>
            </a:r>
            <a:endParaRPr b="0" lang="en-US" sz="2000" strike="noStrike" u="none">
              <a:solidFill>
                <a:srgbClr val="000000"/>
              </a:solidFill>
              <a:effectLst/>
              <a:uFillTx/>
              <a:latin typeface="Arial"/>
            </a:endParaRPr>
          </a:p>
          <a:p>
            <a:pPr marL="216000" indent="0">
              <a:lnSpc>
                <a:spcPct val="100000"/>
              </a:lnSpc>
              <a:buNone/>
              <a:tabLst>
                <a:tab algn="l" pos="0"/>
              </a:tabLst>
            </a:pPr>
            <a:r>
              <a:rPr b="0" lang="en-US" sz="2000" strike="noStrike" u="none">
                <a:solidFill>
                  <a:srgbClr val="000000"/>
                </a:solidFill>
                <a:effectLst/>
                <a:uFillTx/>
                <a:latin typeface="Arial"/>
              </a:rPr>
              <a:t>Parallelization/ optimization </a:t>
            </a:r>
            <a:r>
              <a:rPr b="0" lang="en-US" sz="2000" strike="noStrike" u="none">
                <a:solidFill>
                  <a:srgbClr val="000000"/>
                </a:solidFill>
                <a:effectLst/>
                <a:uFillTx/>
                <a:latin typeface="Wingdings"/>
              </a:rPr>
              <a:t></a:t>
            </a:r>
            <a:r>
              <a:rPr b="0" lang="en-US" sz="2000" strike="noStrike" u="none">
                <a:solidFill>
                  <a:srgbClr val="000000"/>
                </a:solidFill>
                <a:effectLst/>
                <a:uFillTx/>
                <a:latin typeface="Times New Roman"/>
              </a:rPr>
              <a:t> you can make the code faster for any fixed N, but the shape (of growth) can never change</a:t>
            </a:r>
            <a:endParaRPr b="0" lang="en-US" sz="2000" strike="noStrike" u="none">
              <a:solidFill>
                <a:srgbClr val="000000"/>
              </a:solidFill>
              <a:effectLst/>
              <a:uFillTx/>
              <a:latin typeface="Arial"/>
            </a:endParaRPr>
          </a:p>
        </p:txBody>
      </p:sp>
      <p:sp>
        <p:nvSpPr>
          <p:cNvPr id="504" name="PlaceHolder 3"/>
          <p:cNvSpPr>
            <a:spLocks noGrp="1"/>
          </p:cNvSpPr>
          <p:nvPr>
            <p:ph type="sldNum" idx="148"/>
          </p:nvPr>
        </p:nvSpPr>
        <p:spPr>
          <a:xfrm>
            <a:off x="3886200" y="8686800"/>
            <a:ext cx="2970720" cy="456120"/>
          </a:xfrm>
          <a:prstGeom prst="rect">
            <a:avLst/>
          </a:prstGeom>
          <a:noFill/>
          <a:ln w="9360">
            <a:noFill/>
          </a:ln>
        </p:spPr>
        <p:txBody>
          <a:bodyPr numCol="1" spcCol="0" lIns="0" rIns="0" tIns="0" bIns="0" anchor="b">
            <a:noAutofit/>
          </a:bodyPr>
          <a:lstStyle>
            <a:lvl1pPr indent="0" algn="r">
              <a:lnSpc>
                <a:spcPct val="100000"/>
              </a:lnSpc>
              <a:buNone/>
              <a:tabLst>
                <a:tab algn="l" pos="0"/>
              </a:tabLst>
              <a:defRPr b="0" lang="en-US" sz="1200" strike="noStrike" u="none">
                <a:solidFill>
                  <a:srgbClr val="000000"/>
                </a:solidFill>
                <a:effectLst/>
                <a:uFillTx/>
                <a:latin typeface="Times New Roman"/>
              </a:defRPr>
            </a:lvl1pPr>
          </a:lstStyle>
          <a:p>
            <a:pPr indent="0" algn="r">
              <a:lnSpc>
                <a:spcPct val="100000"/>
              </a:lnSpc>
              <a:buNone/>
              <a:tabLst>
                <a:tab algn="l" pos="0"/>
              </a:tabLst>
            </a:pPr>
            <a:fld id="{55810FA4-D0E8-4551-8F42-883D50C9A693}"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5" name="PlaceHolder 1"/>
          <p:cNvSpPr>
            <a:spLocks noGrp="1"/>
          </p:cNvSpPr>
          <p:nvPr>
            <p:ph type="sldImg"/>
          </p:nvPr>
        </p:nvSpPr>
        <p:spPr>
          <a:xfrm>
            <a:off x="380880" y="685800"/>
            <a:ext cx="6094800" cy="3427920"/>
          </a:xfrm>
          <a:prstGeom prst="rect">
            <a:avLst/>
          </a:prstGeom>
          <a:ln w="0">
            <a:noFill/>
          </a:ln>
        </p:spPr>
      </p:sp>
      <p:sp>
        <p:nvSpPr>
          <p:cNvPr id="506" name="PlaceHolder 2"/>
          <p:cNvSpPr>
            <a:spLocks noGrp="1"/>
          </p:cNvSpPr>
          <p:nvPr>
            <p:ph type="body"/>
          </p:nvPr>
        </p:nvSpPr>
        <p:spPr>
          <a:xfrm>
            <a:off x="914400" y="4343400"/>
            <a:ext cx="5028120" cy="4113720"/>
          </a:xfrm>
          <a:prstGeom prst="rect">
            <a:avLst/>
          </a:prstGeom>
          <a:noFill/>
          <a:ln w="9360">
            <a:noFill/>
          </a:ln>
        </p:spPr>
        <p:txBody>
          <a:bodyPr numCol="1" spcCol="0" lIns="0" rIns="0" tIns="0" bIns="0" anchor="t">
            <a:noAutofit/>
          </a:bodyPr>
          <a:p>
            <a:pPr marL="216000" indent="0">
              <a:lnSpc>
                <a:spcPct val="100000"/>
              </a:lnSpc>
              <a:buNone/>
              <a:tabLst>
                <a:tab algn="l" pos="0"/>
              </a:tabLst>
            </a:pPr>
            <a:r>
              <a:rPr b="0" lang="en-US" sz="2000" strike="noStrike" u="none">
                <a:solidFill>
                  <a:srgbClr val="000000"/>
                </a:solidFill>
                <a:effectLst/>
                <a:uFillTx/>
                <a:latin typeface="Arial"/>
              </a:rPr>
              <a:t>Parallelization lowers the curves. </a:t>
            </a:r>
            <a:endParaRPr b="0" lang="en-US" sz="2000" strike="noStrike" u="none">
              <a:solidFill>
                <a:srgbClr val="000000"/>
              </a:solidFill>
              <a:effectLst/>
              <a:uFillTx/>
              <a:latin typeface="Arial"/>
            </a:endParaRPr>
          </a:p>
          <a:p>
            <a:pPr marL="216000" indent="0">
              <a:lnSpc>
                <a:spcPct val="100000"/>
              </a:lnSpc>
              <a:buNone/>
              <a:tabLst>
                <a:tab algn="l" pos="0"/>
              </a:tabLst>
            </a:pPr>
            <a:r>
              <a:rPr b="0" lang="en-US" sz="2000" strike="noStrike" u="none">
                <a:solidFill>
                  <a:srgbClr val="000000"/>
                </a:solidFill>
                <a:effectLst/>
                <a:uFillTx/>
                <a:latin typeface="Arial"/>
              </a:rPr>
              <a:t>For a fixed code, linear code is no necessarily faster. </a:t>
            </a:r>
            <a:endParaRPr b="0" lang="en-US" sz="2000" strike="noStrike" u="none">
              <a:solidFill>
                <a:srgbClr val="000000"/>
              </a:solidFill>
              <a:effectLst/>
              <a:uFillTx/>
              <a:latin typeface="Arial"/>
            </a:endParaRPr>
          </a:p>
          <a:p>
            <a:pPr marL="216000" indent="0">
              <a:lnSpc>
                <a:spcPct val="100000"/>
              </a:lnSpc>
              <a:buNone/>
              <a:tabLst>
                <a:tab algn="l" pos="0"/>
              </a:tabLst>
            </a:pPr>
            <a:r>
              <a:rPr b="0" lang="en-US" sz="2000" strike="noStrike" u="none">
                <a:solidFill>
                  <a:srgbClr val="000000"/>
                </a:solidFill>
                <a:effectLst/>
                <a:uFillTx/>
                <a:latin typeface="Arial"/>
              </a:rPr>
              <a:t>Important when n is growing</a:t>
            </a:r>
            <a:endParaRPr b="0" lang="en-US" sz="2000" strike="noStrike" u="none">
              <a:solidFill>
                <a:srgbClr val="000000"/>
              </a:solidFill>
              <a:effectLst/>
              <a:uFillTx/>
              <a:latin typeface="Arial"/>
            </a:endParaRPr>
          </a:p>
          <a:p>
            <a:pPr marL="216000" indent="0">
              <a:lnSpc>
                <a:spcPct val="100000"/>
              </a:lnSpc>
              <a:buNone/>
              <a:tabLst>
                <a:tab algn="l" pos="0"/>
              </a:tabLst>
            </a:pPr>
            <a:r>
              <a:rPr b="0" lang="en-US" sz="2000" strike="noStrike" u="none">
                <a:solidFill>
                  <a:srgbClr val="000000"/>
                </a:solidFill>
                <a:effectLst/>
                <a:uFillTx/>
                <a:latin typeface="Arial"/>
              </a:rPr>
              <a:t>Parallelization/ optimization </a:t>
            </a:r>
            <a:r>
              <a:rPr b="0" lang="en-US" sz="2000" strike="noStrike" u="none">
                <a:solidFill>
                  <a:srgbClr val="000000"/>
                </a:solidFill>
                <a:effectLst/>
                <a:uFillTx/>
                <a:latin typeface="Wingdings"/>
              </a:rPr>
              <a:t></a:t>
            </a:r>
            <a:r>
              <a:rPr b="0" lang="en-US" sz="2000" strike="noStrike" u="none">
                <a:solidFill>
                  <a:srgbClr val="000000"/>
                </a:solidFill>
                <a:effectLst/>
                <a:uFillTx/>
                <a:latin typeface="Times New Roman"/>
              </a:rPr>
              <a:t> you can make the code faster for any fixed N, but the shape (of growth) can never change</a:t>
            </a:r>
            <a:endParaRPr b="0" lang="en-US" sz="2000" strike="noStrike" u="none">
              <a:solidFill>
                <a:srgbClr val="000000"/>
              </a:solidFill>
              <a:effectLst/>
              <a:uFillTx/>
              <a:latin typeface="Arial"/>
            </a:endParaRPr>
          </a:p>
        </p:txBody>
      </p:sp>
      <p:sp>
        <p:nvSpPr>
          <p:cNvPr id="507" name="PlaceHolder 3"/>
          <p:cNvSpPr>
            <a:spLocks noGrp="1"/>
          </p:cNvSpPr>
          <p:nvPr>
            <p:ph type="sldNum" idx="149"/>
          </p:nvPr>
        </p:nvSpPr>
        <p:spPr>
          <a:xfrm>
            <a:off x="3886200" y="8686800"/>
            <a:ext cx="2970720" cy="456120"/>
          </a:xfrm>
          <a:prstGeom prst="rect">
            <a:avLst/>
          </a:prstGeom>
          <a:noFill/>
          <a:ln w="9360">
            <a:noFill/>
          </a:ln>
        </p:spPr>
        <p:txBody>
          <a:bodyPr numCol="1" spcCol="0" lIns="0" rIns="0" tIns="0" bIns="0" anchor="b">
            <a:noAutofit/>
          </a:bodyPr>
          <a:lstStyle>
            <a:lvl1pPr indent="0" algn="r">
              <a:lnSpc>
                <a:spcPct val="100000"/>
              </a:lnSpc>
              <a:buNone/>
              <a:tabLst>
                <a:tab algn="l" pos="0"/>
              </a:tabLst>
              <a:defRPr b="0" lang="en-US" sz="1200" strike="noStrike" u="none">
                <a:solidFill>
                  <a:srgbClr val="000000"/>
                </a:solidFill>
                <a:effectLst/>
                <a:uFillTx/>
                <a:latin typeface="Times New Roman"/>
              </a:defRPr>
            </a:lvl1pPr>
          </a:lstStyle>
          <a:p>
            <a:pPr indent="0" algn="r">
              <a:lnSpc>
                <a:spcPct val="100000"/>
              </a:lnSpc>
              <a:buNone/>
              <a:tabLst>
                <a:tab algn="l" pos="0"/>
              </a:tabLst>
            </a:pPr>
            <a:fld id="{E4552290-4D46-4FDF-A355-7269F805CBC2}"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8" name="PlaceHolder 1"/>
          <p:cNvSpPr>
            <a:spLocks noGrp="1"/>
          </p:cNvSpPr>
          <p:nvPr>
            <p:ph type="sldImg"/>
          </p:nvPr>
        </p:nvSpPr>
        <p:spPr>
          <a:xfrm>
            <a:off x="380880" y="685800"/>
            <a:ext cx="6094800" cy="3427920"/>
          </a:xfrm>
          <a:prstGeom prst="rect">
            <a:avLst/>
          </a:prstGeom>
          <a:ln w="0">
            <a:noFill/>
          </a:ln>
        </p:spPr>
      </p:sp>
      <p:sp>
        <p:nvSpPr>
          <p:cNvPr id="509" name="PlaceHolder 2"/>
          <p:cNvSpPr>
            <a:spLocks noGrp="1"/>
          </p:cNvSpPr>
          <p:nvPr>
            <p:ph type="body"/>
          </p:nvPr>
        </p:nvSpPr>
        <p:spPr>
          <a:xfrm>
            <a:off x="914400" y="4343400"/>
            <a:ext cx="5028120" cy="4113720"/>
          </a:xfrm>
          <a:prstGeom prst="rect">
            <a:avLst/>
          </a:prstGeom>
          <a:noFill/>
          <a:ln w="9360">
            <a:noFill/>
          </a:ln>
        </p:spPr>
        <p:txBody>
          <a:bodyPr numCol="1" spcCol="0" lIns="0" rIns="0" tIns="0" bIns="0" anchor="t">
            <a:noAutofit/>
          </a:bodyPr>
          <a:p>
            <a:pPr marL="216000" indent="0">
              <a:lnSpc>
                <a:spcPct val="100000"/>
              </a:lnSpc>
              <a:buNone/>
              <a:tabLst>
                <a:tab algn="l" pos="0"/>
              </a:tabLst>
            </a:pPr>
            <a:r>
              <a:rPr b="0" lang="en-US" sz="2000" strike="noStrike" u="none">
                <a:solidFill>
                  <a:srgbClr val="000000"/>
                </a:solidFill>
                <a:effectLst/>
                <a:uFillTx/>
                <a:latin typeface="Arial"/>
              </a:rPr>
              <a:t>Parallelization lowers the curves. </a:t>
            </a:r>
            <a:endParaRPr b="0" lang="en-US" sz="2000" strike="noStrike" u="none">
              <a:solidFill>
                <a:srgbClr val="000000"/>
              </a:solidFill>
              <a:effectLst/>
              <a:uFillTx/>
              <a:latin typeface="Arial"/>
            </a:endParaRPr>
          </a:p>
          <a:p>
            <a:pPr marL="216000" indent="0">
              <a:lnSpc>
                <a:spcPct val="100000"/>
              </a:lnSpc>
              <a:buNone/>
              <a:tabLst>
                <a:tab algn="l" pos="0"/>
              </a:tabLst>
            </a:pPr>
            <a:r>
              <a:rPr b="0" lang="en-US" sz="2000" strike="noStrike" u="none">
                <a:solidFill>
                  <a:srgbClr val="000000"/>
                </a:solidFill>
                <a:effectLst/>
                <a:uFillTx/>
                <a:latin typeface="Arial"/>
              </a:rPr>
              <a:t>For a fixed code, linear code is no necessarily faster. </a:t>
            </a:r>
            <a:endParaRPr b="0" lang="en-US" sz="2000" strike="noStrike" u="none">
              <a:solidFill>
                <a:srgbClr val="000000"/>
              </a:solidFill>
              <a:effectLst/>
              <a:uFillTx/>
              <a:latin typeface="Arial"/>
            </a:endParaRPr>
          </a:p>
          <a:p>
            <a:pPr marL="216000" indent="0">
              <a:lnSpc>
                <a:spcPct val="100000"/>
              </a:lnSpc>
              <a:buNone/>
              <a:tabLst>
                <a:tab algn="l" pos="0"/>
              </a:tabLst>
            </a:pPr>
            <a:r>
              <a:rPr b="0" lang="en-US" sz="2000" strike="noStrike" u="none">
                <a:solidFill>
                  <a:srgbClr val="000000"/>
                </a:solidFill>
                <a:effectLst/>
                <a:uFillTx/>
                <a:latin typeface="Arial"/>
              </a:rPr>
              <a:t>Important when n is growing</a:t>
            </a:r>
            <a:endParaRPr b="0" lang="en-US" sz="2000" strike="noStrike" u="none">
              <a:solidFill>
                <a:srgbClr val="000000"/>
              </a:solidFill>
              <a:effectLst/>
              <a:uFillTx/>
              <a:latin typeface="Arial"/>
            </a:endParaRPr>
          </a:p>
          <a:p>
            <a:pPr marL="216000" indent="0">
              <a:lnSpc>
                <a:spcPct val="100000"/>
              </a:lnSpc>
              <a:buNone/>
              <a:tabLst>
                <a:tab algn="l" pos="0"/>
              </a:tabLst>
            </a:pPr>
            <a:r>
              <a:rPr b="0" lang="en-US" sz="2000" strike="noStrike" u="none">
                <a:solidFill>
                  <a:srgbClr val="000000"/>
                </a:solidFill>
                <a:effectLst/>
                <a:uFillTx/>
                <a:latin typeface="Arial"/>
              </a:rPr>
              <a:t>Parallelization/ optimization </a:t>
            </a:r>
            <a:r>
              <a:rPr b="0" lang="en-US" sz="2000" strike="noStrike" u="none">
                <a:solidFill>
                  <a:srgbClr val="000000"/>
                </a:solidFill>
                <a:effectLst/>
                <a:uFillTx/>
                <a:latin typeface="Wingdings"/>
              </a:rPr>
              <a:t></a:t>
            </a:r>
            <a:r>
              <a:rPr b="0" lang="en-US" sz="2000" strike="noStrike" u="none">
                <a:solidFill>
                  <a:srgbClr val="000000"/>
                </a:solidFill>
                <a:effectLst/>
                <a:uFillTx/>
                <a:latin typeface="Times New Roman"/>
              </a:rPr>
              <a:t> you can make the code faster for any fixed N, but the shape (of growth) can never change</a:t>
            </a:r>
            <a:endParaRPr b="0" lang="en-US" sz="2000" strike="noStrike" u="none">
              <a:solidFill>
                <a:srgbClr val="000000"/>
              </a:solidFill>
              <a:effectLst/>
              <a:uFillTx/>
              <a:latin typeface="Arial"/>
            </a:endParaRPr>
          </a:p>
        </p:txBody>
      </p:sp>
      <p:sp>
        <p:nvSpPr>
          <p:cNvPr id="510" name="PlaceHolder 3"/>
          <p:cNvSpPr>
            <a:spLocks noGrp="1"/>
          </p:cNvSpPr>
          <p:nvPr>
            <p:ph type="sldNum" idx="150"/>
          </p:nvPr>
        </p:nvSpPr>
        <p:spPr>
          <a:xfrm>
            <a:off x="3886200" y="8686800"/>
            <a:ext cx="2970720" cy="456120"/>
          </a:xfrm>
          <a:prstGeom prst="rect">
            <a:avLst/>
          </a:prstGeom>
          <a:noFill/>
          <a:ln w="9360">
            <a:noFill/>
          </a:ln>
        </p:spPr>
        <p:txBody>
          <a:bodyPr numCol="1" spcCol="0" lIns="0" rIns="0" tIns="0" bIns="0" anchor="b">
            <a:noAutofit/>
          </a:bodyPr>
          <a:lstStyle>
            <a:lvl1pPr indent="0" algn="r">
              <a:lnSpc>
                <a:spcPct val="100000"/>
              </a:lnSpc>
              <a:buNone/>
              <a:tabLst>
                <a:tab algn="l" pos="0"/>
              </a:tabLst>
              <a:defRPr b="0" lang="en-US" sz="1200" strike="noStrike" u="none">
                <a:solidFill>
                  <a:srgbClr val="000000"/>
                </a:solidFill>
                <a:effectLst/>
                <a:uFillTx/>
                <a:latin typeface="Times New Roman"/>
              </a:defRPr>
            </a:lvl1pPr>
          </a:lstStyle>
          <a:p>
            <a:pPr indent="0" algn="r">
              <a:lnSpc>
                <a:spcPct val="100000"/>
              </a:lnSpc>
              <a:buNone/>
              <a:tabLst>
                <a:tab algn="l" pos="0"/>
              </a:tabLst>
            </a:pPr>
            <a:fld id="{1B784E19-10C9-493C-882B-90548AB3E235}" type="slidenum">
              <a:rPr b="0" lang="en-US" sz="1200" strike="noStrike" u="none">
                <a:solidFill>
                  <a:srgbClr val="000000"/>
                </a:solidFill>
                <a:effectLst/>
                <a:uFillTx/>
                <a:latin typeface="Times New Roman"/>
              </a:rPr>
              <a:t>&lt;number&gt;</a:t>
            </a:fld>
            <a:endParaRPr b="0" lang="en-US" sz="1200" strike="noStrike" u="non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25.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 name="PlaceHolder 2"/>
          <p:cNvSpPr>
            <a:spLocks noGrp="1"/>
          </p:cNvSpPr>
          <p:nvPr>
            <p:ph type="body"/>
          </p:nvPr>
        </p:nvSpPr>
        <p:spPr>
          <a:xfrm>
            <a:off x="60948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2" name="PlaceHolder 3"/>
          <p:cNvSpPr>
            <a:spLocks noGrp="1"/>
          </p:cNvSpPr>
          <p:nvPr>
            <p:ph type="body"/>
          </p:nvPr>
        </p:nvSpPr>
        <p:spPr>
          <a:xfrm>
            <a:off x="623196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3" name="PlaceHolder 4"/>
          <p:cNvSpPr>
            <a:spLocks noGrp="1"/>
          </p:cNvSpPr>
          <p:nvPr>
            <p:ph type="body"/>
          </p:nvPr>
        </p:nvSpPr>
        <p:spPr>
          <a:xfrm>
            <a:off x="609480" y="3682080"/>
            <a:ext cx="1097208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4" name="PlaceHolder 5"/>
          <p:cNvSpPr>
            <a:spLocks noGrp="1"/>
          </p:cNvSpPr>
          <p:nvPr>
            <p:ph type="ftr" idx="1"/>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5" name="PlaceHolder 6"/>
          <p:cNvSpPr>
            <a:spLocks noGrp="1"/>
          </p:cNvSpPr>
          <p:nvPr>
            <p:ph type="sldNum" idx="2"/>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C9056811-84B5-4CF1-8909-B7D93949DE4C}"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6" name="PlaceHolder 7"/>
          <p:cNvSpPr>
            <a:spLocks noGrp="1"/>
          </p:cNvSpPr>
          <p:nvPr>
            <p:ph type="dt" idx="3"/>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a:t>
            </a:r>
            <a:r>
              <a:rPr b="0" lang="en-US" sz="1800" strike="noStrike" u="none">
                <a:solidFill>
                  <a:srgbClr val="000000"/>
                </a:solidFill>
                <a:effectLst/>
                <a:uFillTx/>
                <a:latin typeface="Arial"/>
              </a:rPr>
              <a:t>the title text </a:t>
            </a:r>
            <a:r>
              <a:rPr b="0" lang="en-US" sz="1800" strike="noStrike" u="none">
                <a:solidFill>
                  <a:srgbClr val="000000"/>
                </a:solidFill>
                <a:effectLst/>
                <a:uFillTx/>
                <a:latin typeface="Arial"/>
              </a:rPr>
              <a:t>format</a:t>
            </a:r>
            <a:endParaRPr b="0" lang="en-US" sz="1800" strike="noStrike" u="none">
              <a:solidFill>
                <a:srgbClr val="000000"/>
              </a:solidFill>
              <a:effectLst/>
              <a:uFillTx/>
              <a:latin typeface="Arial"/>
            </a:endParaRPr>
          </a:p>
        </p:txBody>
      </p:sp>
      <p:sp>
        <p:nvSpPr>
          <p:cNvPr id="8" name="PlaceHolder 2"/>
          <p:cNvSpPr>
            <a:spLocks noGrp="1"/>
          </p:cNvSpPr>
          <p:nvPr>
            <p:ph type="body"/>
          </p:nvPr>
        </p:nvSpPr>
        <p:spPr>
          <a:xfrm>
            <a:off x="609480" y="1604520"/>
            <a:ext cx="1097208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9" name="PlaceHolder 3"/>
          <p:cNvSpPr>
            <a:spLocks noGrp="1"/>
          </p:cNvSpPr>
          <p:nvPr>
            <p:ph type="body"/>
          </p:nvPr>
        </p:nvSpPr>
        <p:spPr>
          <a:xfrm>
            <a:off x="609480" y="3682080"/>
            <a:ext cx="1097208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0" name="PlaceHolder 4"/>
          <p:cNvSpPr>
            <a:spLocks noGrp="1"/>
          </p:cNvSpPr>
          <p:nvPr>
            <p:ph type="ftr" idx="4"/>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1" name="PlaceHolder 5"/>
          <p:cNvSpPr>
            <a:spLocks noGrp="1"/>
          </p:cNvSpPr>
          <p:nvPr>
            <p:ph type="sldNum" idx="5"/>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157AFD91-DD8B-4310-9B65-B496B75EB0E5}"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2" name="PlaceHolder 6"/>
          <p:cNvSpPr>
            <a:spLocks noGrp="1"/>
          </p:cNvSpPr>
          <p:nvPr>
            <p:ph type="dt" idx="6"/>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li</a:t>
            </a: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k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o </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d</a:t>
            </a:r>
            <a:r>
              <a:rPr b="0" lang="en-US" sz="1800" strike="noStrike" u="none">
                <a:solidFill>
                  <a:srgbClr val="000000"/>
                </a:solidFill>
                <a:effectLst/>
                <a:uFillTx/>
                <a:latin typeface="Arial"/>
              </a:rPr>
              <a:t>it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h</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ti</a:t>
            </a:r>
            <a:r>
              <a:rPr b="0" lang="en-US" sz="1800" strike="noStrike" u="none">
                <a:solidFill>
                  <a:srgbClr val="000000"/>
                </a:solidFill>
                <a:effectLst/>
                <a:uFillTx/>
                <a:latin typeface="Arial"/>
              </a:rPr>
              <a:t>tl</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x</a:t>
            </a:r>
            <a:r>
              <a:rPr b="0" lang="en-US" sz="1800" strike="noStrike" u="none">
                <a:solidFill>
                  <a:srgbClr val="000000"/>
                </a:solidFill>
                <a:effectLst/>
                <a:uFillTx/>
                <a:latin typeface="Arial"/>
              </a:rPr>
              <a:t>t </a:t>
            </a:r>
            <a:r>
              <a:rPr b="0" lang="en-US" sz="1800" strike="noStrike" u="none">
                <a:solidFill>
                  <a:srgbClr val="000000"/>
                </a:solidFill>
                <a:effectLst/>
                <a:uFillTx/>
                <a:latin typeface="Arial"/>
              </a:rPr>
              <a:t>f</a:t>
            </a:r>
            <a:r>
              <a:rPr b="0" lang="en-US" sz="1800" strike="noStrike" u="none">
                <a:solidFill>
                  <a:srgbClr val="000000"/>
                </a:solidFill>
                <a:effectLst/>
                <a:uFillTx/>
                <a:latin typeface="Arial"/>
              </a:rPr>
              <a:t>o</a:t>
            </a:r>
            <a:r>
              <a:rPr b="0" lang="en-US" sz="1800" strike="noStrike" u="none">
                <a:solidFill>
                  <a:srgbClr val="000000"/>
                </a:solidFill>
                <a:effectLst/>
                <a:uFillTx/>
                <a:latin typeface="Arial"/>
              </a:rPr>
              <a:t>r</a:t>
            </a:r>
            <a:r>
              <a:rPr b="0" lang="en-US" sz="1800" strike="noStrike" u="none">
                <a:solidFill>
                  <a:srgbClr val="000000"/>
                </a:solidFill>
                <a:effectLst/>
                <a:uFillTx/>
                <a:latin typeface="Arial"/>
              </a:rPr>
              <a:t>m</a:t>
            </a:r>
            <a:r>
              <a:rPr b="0" lang="en-US" sz="1800" strike="noStrike" u="none">
                <a:solidFill>
                  <a:srgbClr val="000000"/>
                </a:solidFill>
                <a:effectLst/>
                <a:uFillTx/>
                <a:latin typeface="Arial"/>
              </a:rPr>
              <a:t>a</a:t>
            </a:r>
            <a:r>
              <a:rPr b="0" lang="en-US" sz="1800" strike="noStrike" u="none">
                <a:solidFill>
                  <a:srgbClr val="000000"/>
                </a:solidFill>
                <a:effectLst/>
                <a:uFillTx/>
                <a:latin typeface="Arial"/>
              </a:rPr>
              <a:t>t</a:t>
            </a:r>
            <a:endParaRPr b="0" lang="en-US" sz="1800" strike="noStrike" u="none">
              <a:solidFill>
                <a:srgbClr val="000000"/>
              </a:solidFill>
              <a:effectLst/>
              <a:uFillTx/>
              <a:latin typeface="Arial"/>
            </a:endParaRPr>
          </a:p>
        </p:txBody>
      </p:sp>
      <p:sp>
        <p:nvSpPr>
          <p:cNvPr id="14" name="PlaceHolder 2"/>
          <p:cNvSpPr>
            <a:spLocks noGrp="1"/>
          </p:cNvSpPr>
          <p:nvPr>
            <p:ph type="body"/>
          </p:nvPr>
        </p:nvSpPr>
        <p:spPr>
          <a:xfrm>
            <a:off x="60948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5" name="PlaceHolder 3"/>
          <p:cNvSpPr>
            <a:spLocks noGrp="1"/>
          </p:cNvSpPr>
          <p:nvPr>
            <p:ph type="body"/>
          </p:nvPr>
        </p:nvSpPr>
        <p:spPr>
          <a:xfrm>
            <a:off x="623196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6" name="PlaceHolder 4"/>
          <p:cNvSpPr>
            <a:spLocks noGrp="1"/>
          </p:cNvSpPr>
          <p:nvPr>
            <p:ph type="body"/>
          </p:nvPr>
        </p:nvSpPr>
        <p:spPr>
          <a:xfrm>
            <a:off x="609480" y="368208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7" name="PlaceHolder 5"/>
          <p:cNvSpPr>
            <a:spLocks noGrp="1"/>
          </p:cNvSpPr>
          <p:nvPr>
            <p:ph type="body"/>
          </p:nvPr>
        </p:nvSpPr>
        <p:spPr>
          <a:xfrm>
            <a:off x="6231960" y="368208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8" name="PlaceHolder 6"/>
          <p:cNvSpPr>
            <a:spLocks noGrp="1"/>
          </p:cNvSpPr>
          <p:nvPr>
            <p:ph type="ftr" idx="7"/>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9" name="PlaceHolder 7"/>
          <p:cNvSpPr>
            <a:spLocks noGrp="1"/>
          </p:cNvSpPr>
          <p:nvPr>
            <p:ph type="sldNum" idx="8"/>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5E8B3239-0FA2-4AA4-BF3E-643ACEBB54DD}"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20" name="PlaceHolder 8"/>
          <p:cNvSpPr>
            <a:spLocks noGrp="1"/>
          </p:cNvSpPr>
          <p:nvPr>
            <p:ph type="dt" idx="9"/>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bg>
      <p:bgPr>
        <a:solidFill>
          <a:srgbClr val="ffffff"/>
        </a:solidFill>
      </p:bgPr>
    </p:bg>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li</a:t>
            </a: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k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o </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d</a:t>
            </a:r>
            <a:r>
              <a:rPr b="0" lang="en-US" sz="1800" strike="noStrike" u="none">
                <a:solidFill>
                  <a:srgbClr val="000000"/>
                </a:solidFill>
                <a:effectLst/>
                <a:uFillTx/>
                <a:latin typeface="Arial"/>
              </a:rPr>
              <a:t>it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h</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ti</a:t>
            </a:r>
            <a:r>
              <a:rPr b="0" lang="en-US" sz="1800" strike="noStrike" u="none">
                <a:solidFill>
                  <a:srgbClr val="000000"/>
                </a:solidFill>
                <a:effectLst/>
                <a:uFillTx/>
                <a:latin typeface="Arial"/>
              </a:rPr>
              <a:t>tl</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x</a:t>
            </a:r>
            <a:r>
              <a:rPr b="0" lang="en-US" sz="1800" strike="noStrike" u="none">
                <a:solidFill>
                  <a:srgbClr val="000000"/>
                </a:solidFill>
                <a:effectLst/>
                <a:uFillTx/>
                <a:latin typeface="Arial"/>
              </a:rPr>
              <a:t>t </a:t>
            </a:r>
            <a:r>
              <a:rPr b="0" lang="en-US" sz="1800" strike="noStrike" u="none">
                <a:solidFill>
                  <a:srgbClr val="000000"/>
                </a:solidFill>
                <a:effectLst/>
                <a:uFillTx/>
                <a:latin typeface="Arial"/>
              </a:rPr>
              <a:t>f</a:t>
            </a:r>
            <a:r>
              <a:rPr b="0" lang="en-US" sz="1800" strike="noStrike" u="none">
                <a:solidFill>
                  <a:srgbClr val="000000"/>
                </a:solidFill>
                <a:effectLst/>
                <a:uFillTx/>
                <a:latin typeface="Arial"/>
              </a:rPr>
              <a:t>o</a:t>
            </a:r>
            <a:r>
              <a:rPr b="0" lang="en-US" sz="1800" strike="noStrike" u="none">
                <a:solidFill>
                  <a:srgbClr val="000000"/>
                </a:solidFill>
                <a:effectLst/>
                <a:uFillTx/>
                <a:latin typeface="Arial"/>
              </a:rPr>
              <a:t>r</a:t>
            </a:r>
            <a:r>
              <a:rPr b="0" lang="en-US" sz="1800" strike="noStrike" u="none">
                <a:solidFill>
                  <a:srgbClr val="000000"/>
                </a:solidFill>
                <a:effectLst/>
                <a:uFillTx/>
                <a:latin typeface="Arial"/>
              </a:rPr>
              <a:t>m</a:t>
            </a:r>
            <a:r>
              <a:rPr b="0" lang="en-US" sz="1800" strike="noStrike" u="none">
                <a:solidFill>
                  <a:srgbClr val="000000"/>
                </a:solidFill>
                <a:effectLst/>
                <a:uFillTx/>
                <a:latin typeface="Arial"/>
              </a:rPr>
              <a:t>a</a:t>
            </a:r>
            <a:r>
              <a:rPr b="0" lang="en-US" sz="1800" strike="noStrike" u="none">
                <a:solidFill>
                  <a:srgbClr val="000000"/>
                </a:solidFill>
                <a:effectLst/>
                <a:uFillTx/>
                <a:latin typeface="Arial"/>
              </a:rPr>
              <a:t>t</a:t>
            </a:r>
            <a:endParaRPr b="0" lang="en-US" sz="1800" strike="noStrike" u="none">
              <a:solidFill>
                <a:srgbClr val="000000"/>
              </a:solidFill>
              <a:effectLst/>
              <a:uFillTx/>
              <a:latin typeface="Arial"/>
            </a:endParaRPr>
          </a:p>
        </p:txBody>
      </p:sp>
      <p:sp>
        <p:nvSpPr>
          <p:cNvPr id="22" name="PlaceHolder 2"/>
          <p:cNvSpPr>
            <a:spLocks noGrp="1"/>
          </p:cNvSpPr>
          <p:nvPr>
            <p:ph type="body"/>
          </p:nvPr>
        </p:nvSpPr>
        <p:spPr>
          <a:xfrm>
            <a:off x="609480" y="160452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23" name="PlaceHolder 3"/>
          <p:cNvSpPr>
            <a:spLocks noGrp="1"/>
          </p:cNvSpPr>
          <p:nvPr>
            <p:ph type="body"/>
          </p:nvPr>
        </p:nvSpPr>
        <p:spPr>
          <a:xfrm>
            <a:off x="4319640" y="160452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24" name="PlaceHolder 4"/>
          <p:cNvSpPr>
            <a:spLocks noGrp="1"/>
          </p:cNvSpPr>
          <p:nvPr>
            <p:ph type="body"/>
          </p:nvPr>
        </p:nvSpPr>
        <p:spPr>
          <a:xfrm>
            <a:off x="8029800" y="160452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25" name="PlaceHolder 5"/>
          <p:cNvSpPr>
            <a:spLocks noGrp="1"/>
          </p:cNvSpPr>
          <p:nvPr>
            <p:ph type="body"/>
          </p:nvPr>
        </p:nvSpPr>
        <p:spPr>
          <a:xfrm>
            <a:off x="609480" y="368208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26" name="PlaceHolder 6"/>
          <p:cNvSpPr>
            <a:spLocks noGrp="1"/>
          </p:cNvSpPr>
          <p:nvPr>
            <p:ph type="body"/>
          </p:nvPr>
        </p:nvSpPr>
        <p:spPr>
          <a:xfrm>
            <a:off x="4319640" y="368208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27" name="PlaceHolder 7"/>
          <p:cNvSpPr>
            <a:spLocks noGrp="1"/>
          </p:cNvSpPr>
          <p:nvPr>
            <p:ph type="body"/>
          </p:nvPr>
        </p:nvSpPr>
        <p:spPr>
          <a:xfrm>
            <a:off x="8029800" y="368208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28" name="PlaceHolder 8"/>
          <p:cNvSpPr>
            <a:spLocks noGrp="1"/>
          </p:cNvSpPr>
          <p:nvPr>
            <p:ph type="ftr" idx="10"/>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29" name="PlaceHolder 9"/>
          <p:cNvSpPr>
            <a:spLocks noGrp="1"/>
          </p:cNvSpPr>
          <p:nvPr>
            <p:ph type="sldNum" idx="11"/>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A7AFAF7B-F906-4832-A2AF-952EEDCD9D10}"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30" name="PlaceHolder 10"/>
          <p:cNvSpPr>
            <a:spLocks noGrp="1"/>
          </p:cNvSpPr>
          <p:nvPr>
            <p:ph type="dt" idx="12"/>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ftr" idx="13"/>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32" name="PlaceHolder 2"/>
          <p:cNvSpPr>
            <a:spLocks noGrp="1"/>
          </p:cNvSpPr>
          <p:nvPr>
            <p:ph type="sldNum" idx="14"/>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842885ED-7878-40ED-8523-A2B7C5C7DDC1}"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33" name="PlaceHolder 3"/>
          <p:cNvSpPr>
            <a:spLocks noGrp="1"/>
          </p:cNvSpPr>
          <p:nvPr>
            <p:ph type="dt" idx="15"/>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34"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trike="noStrike" u="none">
                <a:solidFill>
                  <a:srgbClr val="000000"/>
                </a:solidFill>
                <a:effectLst/>
                <a:uFillTx/>
                <a:latin typeface="Arial"/>
              </a:rPr>
              <a:t>C</a:t>
            </a:r>
            <a:r>
              <a:rPr b="0" lang="en-US" sz="4400" strike="noStrike" u="none">
                <a:solidFill>
                  <a:srgbClr val="000000"/>
                </a:solidFill>
                <a:effectLst/>
                <a:uFillTx/>
                <a:latin typeface="Arial"/>
              </a:rPr>
              <a:t>l</a:t>
            </a:r>
            <a:r>
              <a:rPr b="0" lang="en-US" sz="4400" strike="noStrike" u="none">
                <a:solidFill>
                  <a:srgbClr val="000000"/>
                </a:solidFill>
                <a:effectLst/>
                <a:uFillTx/>
                <a:latin typeface="Arial"/>
              </a:rPr>
              <a:t>i</a:t>
            </a:r>
            <a:r>
              <a:rPr b="0" lang="en-US" sz="4400" strike="noStrike" u="none">
                <a:solidFill>
                  <a:srgbClr val="000000"/>
                </a:solidFill>
                <a:effectLst/>
                <a:uFillTx/>
                <a:latin typeface="Arial"/>
              </a:rPr>
              <a:t>c</a:t>
            </a:r>
            <a:r>
              <a:rPr b="0" lang="en-US" sz="4400" strike="noStrike" u="none">
                <a:solidFill>
                  <a:srgbClr val="000000"/>
                </a:solidFill>
                <a:effectLst/>
                <a:uFillTx/>
                <a:latin typeface="Arial"/>
              </a:rPr>
              <a:t>k</a:t>
            </a:r>
            <a:r>
              <a:rPr b="0" lang="en-US" sz="4400" strike="noStrike" u="none">
                <a:solidFill>
                  <a:srgbClr val="000000"/>
                </a:solidFill>
                <a:effectLst/>
                <a:uFillTx/>
                <a:latin typeface="Arial"/>
              </a:rPr>
              <a:t> </a:t>
            </a:r>
            <a:r>
              <a:rPr b="0" lang="en-US" sz="4400" strike="noStrike" u="none">
                <a:solidFill>
                  <a:srgbClr val="000000"/>
                </a:solidFill>
                <a:effectLst/>
                <a:uFillTx/>
                <a:latin typeface="Arial"/>
              </a:rPr>
              <a:t>t</a:t>
            </a:r>
            <a:r>
              <a:rPr b="0" lang="en-US" sz="4400" strike="noStrike" u="none">
                <a:solidFill>
                  <a:srgbClr val="000000"/>
                </a:solidFill>
                <a:effectLst/>
                <a:uFillTx/>
                <a:latin typeface="Arial"/>
              </a:rPr>
              <a:t>o</a:t>
            </a:r>
            <a:r>
              <a:rPr b="0" lang="en-US" sz="4400" strike="noStrike" u="none">
                <a:solidFill>
                  <a:srgbClr val="000000"/>
                </a:solidFill>
                <a:effectLst/>
                <a:uFillTx/>
                <a:latin typeface="Arial"/>
              </a:rPr>
              <a:t> </a:t>
            </a:r>
            <a:r>
              <a:rPr b="0" lang="en-US" sz="4400" strike="noStrike" u="none">
                <a:solidFill>
                  <a:srgbClr val="000000"/>
                </a:solidFill>
                <a:effectLst/>
                <a:uFillTx/>
                <a:latin typeface="Arial"/>
              </a:rPr>
              <a:t>e</a:t>
            </a:r>
            <a:r>
              <a:rPr b="0" lang="en-US" sz="4400" strike="noStrike" u="none">
                <a:solidFill>
                  <a:srgbClr val="000000"/>
                </a:solidFill>
                <a:effectLst/>
                <a:uFillTx/>
                <a:latin typeface="Arial"/>
              </a:rPr>
              <a:t>d</a:t>
            </a:r>
            <a:r>
              <a:rPr b="0" lang="en-US" sz="4400" strike="noStrike" u="none">
                <a:solidFill>
                  <a:srgbClr val="000000"/>
                </a:solidFill>
                <a:effectLst/>
                <a:uFillTx/>
                <a:latin typeface="Arial"/>
              </a:rPr>
              <a:t>i</a:t>
            </a:r>
            <a:r>
              <a:rPr b="0" lang="en-US" sz="4400" strike="noStrike" u="none">
                <a:solidFill>
                  <a:srgbClr val="000000"/>
                </a:solidFill>
                <a:effectLst/>
                <a:uFillTx/>
                <a:latin typeface="Arial"/>
              </a:rPr>
              <a:t>t </a:t>
            </a:r>
            <a:r>
              <a:rPr b="0" lang="en-US" sz="4400" strike="noStrike" u="none">
                <a:solidFill>
                  <a:srgbClr val="000000"/>
                </a:solidFill>
                <a:effectLst/>
                <a:uFillTx/>
                <a:latin typeface="Arial"/>
              </a:rPr>
              <a:t>t</a:t>
            </a:r>
            <a:r>
              <a:rPr b="0" lang="en-US" sz="4400" strike="noStrike" u="none">
                <a:solidFill>
                  <a:srgbClr val="000000"/>
                </a:solidFill>
                <a:effectLst/>
                <a:uFillTx/>
                <a:latin typeface="Arial"/>
              </a:rPr>
              <a:t>h</a:t>
            </a:r>
            <a:r>
              <a:rPr b="0" lang="en-US" sz="4400" strike="noStrike" u="none">
                <a:solidFill>
                  <a:srgbClr val="000000"/>
                </a:solidFill>
                <a:effectLst/>
                <a:uFillTx/>
                <a:latin typeface="Arial"/>
              </a:rPr>
              <a:t>e</a:t>
            </a:r>
            <a:r>
              <a:rPr b="0" lang="en-US" sz="4400" strike="noStrike" u="none">
                <a:solidFill>
                  <a:srgbClr val="000000"/>
                </a:solidFill>
                <a:effectLst/>
                <a:uFillTx/>
                <a:latin typeface="Arial"/>
              </a:rPr>
              <a:t> </a:t>
            </a:r>
            <a:r>
              <a:rPr b="0" lang="en-US" sz="4400" strike="noStrike" u="none">
                <a:solidFill>
                  <a:srgbClr val="000000"/>
                </a:solidFill>
                <a:effectLst/>
                <a:uFillTx/>
                <a:latin typeface="Arial"/>
              </a:rPr>
              <a:t>t</a:t>
            </a:r>
            <a:r>
              <a:rPr b="0" lang="en-US" sz="4400" strike="noStrike" u="none">
                <a:solidFill>
                  <a:srgbClr val="000000"/>
                </a:solidFill>
                <a:effectLst/>
                <a:uFillTx/>
                <a:latin typeface="Arial"/>
              </a:rPr>
              <a:t>i</a:t>
            </a:r>
            <a:r>
              <a:rPr b="0" lang="en-US" sz="4400" strike="noStrike" u="none">
                <a:solidFill>
                  <a:srgbClr val="000000"/>
                </a:solidFill>
                <a:effectLst/>
                <a:uFillTx/>
                <a:latin typeface="Arial"/>
              </a:rPr>
              <a:t>t</a:t>
            </a:r>
            <a:r>
              <a:rPr b="0" lang="en-US" sz="4400" strike="noStrike" u="none">
                <a:solidFill>
                  <a:srgbClr val="000000"/>
                </a:solidFill>
                <a:effectLst/>
                <a:uFillTx/>
                <a:latin typeface="Arial"/>
              </a:rPr>
              <a:t>l</a:t>
            </a:r>
            <a:r>
              <a:rPr b="0" lang="en-US" sz="4400" strike="noStrike" u="none">
                <a:solidFill>
                  <a:srgbClr val="000000"/>
                </a:solidFill>
                <a:effectLst/>
                <a:uFillTx/>
                <a:latin typeface="Arial"/>
              </a:rPr>
              <a:t>e</a:t>
            </a:r>
            <a:r>
              <a:rPr b="0" lang="en-US" sz="4400" strike="noStrike" u="none">
                <a:solidFill>
                  <a:srgbClr val="000000"/>
                </a:solidFill>
                <a:effectLst/>
                <a:uFillTx/>
                <a:latin typeface="Arial"/>
              </a:rPr>
              <a:t> </a:t>
            </a:r>
            <a:r>
              <a:rPr b="0" lang="en-US" sz="4400" strike="noStrike" u="none">
                <a:solidFill>
                  <a:srgbClr val="000000"/>
                </a:solidFill>
                <a:effectLst/>
                <a:uFillTx/>
                <a:latin typeface="Arial"/>
              </a:rPr>
              <a:t>t</a:t>
            </a:r>
            <a:r>
              <a:rPr b="0" lang="en-US" sz="4400" strike="noStrike" u="none">
                <a:solidFill>
                  <a:srgbClr val="000000"/>
                </a:solidFill>
                <a:effectLst/>
                <a:uFillTx/>
                <a:latin typeface="Arial"/>
              </a:rPr>
              <a:t>e</a:t>
            </a:r>
            <a:r>
              <a:rPr b="0" lang="en-US" sz="4400" strike="noStrike" u="none">
                <a:solidFill>
                  <a:srgbClr val="000000"/>
                </a:solidFill>
                <a:effectLst/>
                <a:uFillTx/>
                <a:latin typeface="Arial"/>
              </a:rPr>
              <a:t>x</a:t>
            </a:r>
            <a:r>
              <a:rPr b="0" lang="en-US" sz="4400" strike="noStrike" u="none">
                <a:solidFill>
                  <a:srgbClr val="000000"/>
                </a:solidFill>
                <a:effectLst/>
                <a:uFillTx/>
                <a:latin typeface="Arial"/>
              </a:rPr>
              <a:t>t </a:t>
            </a:r>
            <a:r>
              <a:rPr b="0" lang="en-US" sz="4400" strike="noStrike" u="none">
                <a:solidFill>
                  <a:srgbClr val="000000"/>
                </a:solidFill>
                <a:effectLst/>
                <a:uFillTx/>
                <a:latin typeface="Arial"/>
              </a:rPr>
              <a:t>f</a:t>
            </a:r>
            <a:r>
              <a:rPr b="0" lang="en-US" sz="4400" strike="noStrike" u="none">
                <a:solidFill>
                  <a:srgbClr val="000000"/>
                </a:solidFill>
                <a:effectLst/>
                <a:uFillTx/>
                <a:latin typeface="Arial"/>
              </a:rPr>
              <a:t>o</a:t>
            </a:r>
            <a:r>
              <a:rPr b="0" lang="en-US" sz="4400" strike="noStrike" u="none">
                <a:solidFill>
                  <a:srgbClr val="000000"/>
                </a:solidFill>
                <a:effectLst/>
                <a:uFillTx/>
                <a:latin typeface="Arial"/>
              </a:rPr>
              <a:t>r</a:t>
            </a:r>
            <a:r>
              <a:rPr b="0" lang="en-US" sz="4400" strike="noStrike" u="none">
                <a:solidFill>
                  <a:srgbClr val="000000"/>
                </a:solidFill>
                <a:effectLst/>
                <a:uFillTx/>
                <a:latin typeface="Arial"/>
              </a:rPr>
              <a:t>m</a:t>
            </a:r>
            <a:r>
              <a:rPr b="0" lang="en-US" sz="4400" strike="noStrike" u="none">
                <a:solidFill>
                  <a:srgbClr val="000000"/>
                </a:solidFill>
                <a:effectLst/>
                <a:uFillTx/>
                <a:latin typeface="Arial"/>
              </a:rPr>
              <a:t>a</a:t>
            </a:r>
            <a:r>
              <a:rPr b="0" lang="en-US" sz="4400" strike="noStrike" u="none">
                <a:solidFill>
                  <a:srgbClr val="000000"/>
                </a:solidFill>
                <a:effectLst/>
                <a:uFillTx/>
                <a:latin typeface="Arial"/>
              </a:rPr>
              <a:t>t</a:t>
            </a:r>
            <a:endParaRPr b="0" lang="en-US" sz="4400" strike="noStrike" u="none">
              <a:solidFill>
                <a:srgbClr val="000000"/>
              </a:solidFill>
              <a:effectLst/>
              <a:uFillTx/>
              <a:latin typeface="Arial"/>
            </a:endParaRPr>
          </a:p>
        </p:txBody>
      </p:sp>
      <p:sp>
        <p:nvSpPr>
          <p:cNvPr id="35"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rgbClr val="000000"/>
                </a:solidFill>
                <a:effectLst/>
                <a:uFillTx/>
                <a:latin typeface="Arial"/>
              </a:rPr>
              <a:t>Click to edit the outline text format</a:t>
            </a:r>
            <a:endParaRPr b="0" lang="en-US" sz="32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2800" strike="noStrike" u="none">
                <a:solidFill>
                  <a:srgbClr val="000000"/>
                </a:solidFill>
                <a:effectLst/>
                <a:uFillTx/>
                <a:latin typeface="Arial"/>
              </a:rPr>
              <a:t>Second Outline Level</a:t>
            </a:r>
            <a:endParaRPr b="0" lang="en-US" sz="2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2400" strike="noStrike" u="none">
                <a:solidFill>
                  <a:srgbClr val="000000"/>
                </a:solidFill>
                <a:effectLst/>
                <a:uFillTx/>
                <a:latin typeface="Arial"/>
              </a:rPr>
              <a:t>Third Outline Level</a:t>
            </a:r>
            <a:endParaRPr b="0" lang="en-US" sz="24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2000" strike="noStrike" u="none">
                <a:solidFill>
                  <a:srgbClr val="000000"/>
                </a:solidFill>
                <a:effectLst/>
                <a:uFillTx/>
                <a:latin typeface="Arial"/>
              </a:rPr>
              <a:t>Fourth Outline Level</a:t>
            </a:r>
            <a:endParaRPr b="0" lang="en-US" sz="20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Fifth Outline Level</a:t>
            </a:r>
            <a:endParaRPr b="0" lang="en-US" sz="20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Sixth Outline Level</a:t>
            </a:r>
            <a:endParaRPr b="0" lang="en-US" sz="20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Seventh Outline Level</a:t>
            </a:r>
            <a:endParaRPr b="0" lang="en-US" sz="2000" strike="noStrike" u="none">
              <a:solidFill>
                <a:srgbClr val="000000"/>
              </a:solidFill>
              <a:effectLst/>
              <a:uFillTx/>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bg>
      <p:bgPr>
        <a:solidFill>
          <a:srgbClr val="ffffff"/>
        </a:solidFill>
      </p:bgPr>
    </p:bg>
    <p:spTree>
      <p:nvGrpSpPr>
        <p:cNvPr id="1" name=""/>
        <p:cNvGrpSpPr/>
        <p:nvPr/>
      </p:nvGrpSpPr>
      <p:grpSpPr>
        <a:xfrm>
          <a:off x="0" y="0"/>
          <a:ext cx="0" cy="0"/>
          <a:chOff x="0" y="0"/>
          <a:chExt cx="0" cy="0"/>
        </a:xfrm>
      </p:grpSpPr>
      <p:sp>
        <p:nvSpPr>
          <p:cNvPr id="36"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li</a:t>
            </a: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k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o </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d</a:t>
            </a:r>
            <a:r>
              <a:rPr b="0" lang="en-US" sz="1800" strike="noStrike" u="none">
                <a:solidFill>
                  <a:srgbClr val="000000"/>
                </a:solidFill>
                <a:effectLst/>
                <a:uFillTx/>
                <a:latin typeface="Arial"/>
              </a:rPr>
              <a:t>it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h</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ti</a:t>
            </a:r>
            <a:r>
              <a:rPr b="0" lang="en-US" sz="1800" strike="noStrike" u="none">
                <a:solidFill>
                  <a:srgbClr val="000000"/>
                </a:solidFill>
                <a:effectLst/>
                <a:uFillTx/>
                <a:latin typeface="Arial"/>
              </a:rPr>
              <a:t>tl</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x</a:t>
            </a:r>
            <a:r>
              <a:rPr b="0" lang="en-US" sz="1800" strike="noStrike" u="none">
                <a:solidFill>
                  <a:srgbClr val="000000"/>
                </a:solidFill>
                <a:effectLst/>
                <a:uFillTx/>
                <a:latin typeface="Arial"/>
              </a:rPr>
              <a:t>t </a:t>
            </a:r>
            <a:r>
              <a:rPr b="0" lang="en-US" sz="1800" strike="noStrike" u="none">
                <a:solidFill>
                  <a:srgbClr val="000000"/>
                </a:solidFill>
                <a:effectLst/>
                <a:uFillTx/>
                <a:latin typeface="Arial"/>
              </a:rPr>
              <a:t>f</a:t>
            </a:r>
            <a:r>
              <a:rPr b="0" lang="en-US" sz="1800" strike="noStrike" u="none">
                <a:solidFill>
                  <a:srgbClr val="000000"/>
                </a:solidFill>
                <a:effectLst/>
                <a:uFillTx/>
                <a:latin typeface="Arial"/>
              </a:rPr>
              <a:t>o</a:t>
            </a:r>
            <a:r>
              <a:rPr b="0" lang="en-US" sz="1800" strike="noStrike" u="none">
                <a:solidFill>
                  <a:srgbClr val="000000"/>
                </a:solidFill>
                <a:effectLst/>
                <a:uFillTx/>
                <a:latin typeface="Arial"/>
              </a:rPr>
              <a:t>r</a:t>
            </a:r>
            <a:r>
              <a:rPr b="0" lang="en-US" sz="1800" strike="noStrike" u="none">
                <a:solidFill>
                  <a:srgbClr val="000000"/>
                </a:solidFill>
                <a:effectLst/>
                <a:uFillTx/>
                <a:latin typeface="Arial"/>
              </a:rPr>
              <a:t>m</a:t>
            </a:r>
            <a:r>
              <a:rPr b="0" lang="en-US" sz="1800" strike="noStrike" u="none">
                <a:solidFill>
                  <a:srgbClr val="000000"/>
                </a:solidFill>
                <a:effectLst/>
                <a:uFillTx/>
                <a:latin typeface="Arial"/>
              </a:rPr>
              <a:t>a</a:t>
            </a:r>
            <a:r>
              <a:rPr b="0" lang="en-US" sz="1800" strike="noStrike" u="none">
                <a:solidFill>
                  <a:srgbClr val="000000"/>
                </a:solidFill>
                <a:effectLst/>
                <a:uFillTx/>
                <a:latin typeface="Arial"/>
              </a:rPr>
              <a:t>t</a:t>
            </a:r>
            <a:endParaRPr b="0" lang="en-US" sz="1800" strike="noStrike" u="none">
              <a:solidFill>
                <a:srgbClr val="000000"/>
              </a:solidFill>
              <a:effectLst/>
              <a:uFillTx/>
              <a:latin typeface="Arial"/>
            </a:endParaRPr>
          </a:p>
        </p:txBody>
      </p:sp>
      <p:sp>
        <p:nvSpPr>
          <p:cNvPr id="37" name="PlaceHolder 2"/>
          <p:cNvSpPr>
            <a:spLocks noGrp="1"/>
          </p:cNvSpPr>
          <p:nvPr>
            <p:ph type="ftr" idx="16"/>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38" name="PlaceHolder 3"/>
          <p:cNvSpPr>
            <a:spLocks noGrp="1"/>
          </p:cNvSpPr>
          <p:nvPr>
            <p:ph type="sldNum" idx="17"/>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A997FABB-DABC-45CE-9754-68153C314313}"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39" name="PlaceHolder 4"/>
          <p:cNvSpPr>
            <a:spLocks noGrp="1"/>
          </p:cNvSpPr>
          <p:nvPr>
            <p:ph type="dt" idx="18"/>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li</a:t>
            </a: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k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o </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d</a:t>
            </a:r>
            <a:r>
              <a:rPr b="0" lang="en-US" sz="1800" strike="noStrike" u="none">
                <a:solidFill>
                  <a:srgbClr val="000000"/>
                </a:solidFill>
                <a:effectLst/>
                <a:uFillTx/>
                <a:latin typeface="Arial"/>
              </a:rPr>
              <a:t>it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h</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ti</a:t>
            </a:r>
            <a:r>
              <a:rPr b="0" lang="en-US" sz="1800" strike="noStrike" u="none">
                <a:solidFill>
                  <a:srgbClr val="000000"/>
                </a:solidFill>
                <a:effectLst/>
                <a:uFillTx/>
                <a:latin typeface="Arial"/>
              </a:rPr>
              <a:t>tl</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x</a:t>
            </a:r>
            <a:r>
              <a:rPr b="0" lang="en-US" sz="1800" strike="noStrike" u="none">
                <a:solidFill>
                  <a:srgbClr val="000000"/>
                </a:solidFill>
                <a:effectLst/>
                <a:uFillTx/>
                <a:latin typeface="Arial"/>
              </a:rPr>
              <a:t>t </a:t>
            </a:r>
            <a:r>
              <a:rPr b="0" lang="en-US" sz="1800" strike="noStrike" u="none">
                <a:solidFill>
                  <a:srgbClr val="000000"/>
                </a:solidFill>
                <a:effectLst/>
                <a:uFillTx/>
                <a:latin typeface="Arial"/>
              </a:rPr>
              <a:t>f</a:t>
            </a:r>
            <a:r>
              <a:rPr b="0" lang="en-US" sz="1800" strike="noStrike" u="none">
                <a:solidFill>
                  <a:srgbClr val="000000"/>
                </a:solidFill>
                <a:effectLst/>
                <a:uFillTx/>
                <a:latin typeface="Arial"/>
              </a:rPr>
              <a:t>o</a:t>
            </a:r>
            <a:r>
              <a:rPr b="0" lang="en-US" sz="1800" strike="noStrike" u="none">
                <a:solidFill>
                  <a:srgbClr val="000000"/>
                </a:solidFill>
                <a:effectLst/>
                <a:uFillTx/>
                <a:latin typeface="Arial"/>
              </a:rPr>
              <a:t>r</a:t>
            </a:r>
            <a:r>
              <a:rPr b="0" lang="en-US" sz="1800" strike="noStrike" u="none">
                <a:solidFill>
                  <a:srgbClr val="000000"/>
                </a:solidFill>
                <a:effectLst/>
                <a:uFillTx/>
                <a:latin typeface="Arial"/>
              </a:rPr>
              <a:t>m</a:t>
            </a:r>
            <a:r>
              <a:rPr b="0" lang="en-US" sz="1800" strike="noStrike" u="none">
                <a:solidFill>
                  <a:srgbClr val="000000"/>
                </a:solidFill>
                <a:effectLst/>
                <a:uFillTx/>
                <a:latin typeface="Arial"/>
              </a:rPr>
              <a:t>a</a:t>
            </a:r>
            <a:r>
              <a:rPr b="0" lang="en-US" sz="1800" strike="noStrike" u="none">
                <a:solidFill>
                  <a:srgbClr val="000000"/>
                </a:solidFill>
                <a:effectLst/>
                <a:uFillTx/>
                <a:latin typeface="Arial"/>
              </a:rPr>
              <a:t>t</a:t>
            </a:r>
            <a:endParaRPr b="0" lang="en-US" sz="1800" strike="noStrike" u="none">
              <a:solidFill>
                <a:srgbClr val="000000"/>
              </a:solidFill>
              <a:effectLst/>
              <a:uFillTx/>
              <a:latin typeface="Arial"/>
            </a:endParaRPr>
          </a:p>
        </p:txBody>
      </p:sp>
      <p:sp>
        <p:nvSpPr>
          <p:cNvPr id="41"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42" name="PlaceHolder 3"/>
          <p:cNvSpPr>
            <a:spLocks noGrp="1"/>
          </p:cNvSpPr>
          <p:nvPr>
            <p:ph type="ftr" idx="19"/>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43" name="PlaceHolder 4"/>
          <p:cNvSpPr>
            <a:spLocks noGrp="1"/>
          </p:cNvSpPr>
          <p:nvPr>
            <p:ph type="sldNum" idx="20"/>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2BBCCD78-0E88-4E0E-8582-111B17DBADC2}"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44" name="PlaceHolder 5"/>
          <p:cNvSpPr>
            <a:spLocks noGrp="1"/>
          </p:cNvSpPr>
          <p:nvPr>
            <p:ph type="dt" idx="21"/>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li</a:t>
            </a: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k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o </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d</a:t>
            </a:r>
            <a:r>
              <a:rPr b="0" lang="en-US" sz="1800" strike="noStrike" u="none">
                <a:solidFill>
                  <a:srgbClr val="000000"/>
                </a:solidFill>
                <a:effectLst/>
                <a:uFillTx/>
                <a:latin typeface="Arial"/>
              </a:rPr>
              <a:t>it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h</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ti</a:t>
            </a:r>
            <a:r>
              <a:rPr b="0" lang="en-US" sz="1800" strike="noStrike" u="none">
                <a:solidFill>
                  <a:srgbClr val="000000"/>
                </a:solidFill>
                <a:effectLst/>
                <a:uFillTx/>
                <a:latin typeface="Arial"/>
              </a:rPr>
              <a:t>tl</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x</a:t>
            </a:r>
            <a:r>
              <a:rPr b="0" lang="en-US" sz="1800" strike="noStrike" u="none">
                <a:solidFill>
                  <a:srgbClr val="000000"/>
                </a:solidFill>
                <a:effectLst/>
                <a:uFillTx/>
                <a:latin typeface="Arial"/>
              </a:rPr>
              <a:t>t </a:t>
            </a:r>
            <a:r>
              <a:rPr b="0" lang="en-US" sz="1800" strike="noStrike" u="none">
                <a:solidFill>
                  <a:srgbClr val="000000"/>
                </a:solidFill>
                <a:effectLst/>
                <a:uFillTx/>
                <a:latin typeface="Arial"/>
              </a:rPr>
              <a:t>f</a:t>
            </a:r>
            <a:r>
              <a:rPr b="0" lang="en-US" sz="1800" strike="noStrike" u="none">
                <a:solidFill>
                  <a:srgbClr val="000000"/>
                </a:solidFill>
                <a:effectLst/>
                <a:uFillTx/>
                <a:latin typeface="Arial"/>
              </a:rPr>
              <a:t>o</a:t>
            </a:r>
            <a:r>
              <a:rPr b="0" lang="en-US" sz="1800" strike="noStrike" u="none">
                <a:solidFill>
                  <a:srgbClr val="000000"/>
                </a:solidFill>
                <a:effectLst/>
                <a:uFillTx/>
                <a:latin typeface="Arial"/>
              </a:rPr>
              <a:t>r</a:t>
            </a:r>
            <a:r>
              <a:rPr b="0" lang="en-US" sz="1800" strike="noStrike" u="none">
                <a:solidFill>
                  <a:srgbClr val="000000"/>
                </a:solidFill>
                <a:effectLst/>
                <a:uFillTx/>
                <a:latin typeface="Arial"/>
              </a:rPr>
              <a:t>m</a:t>
            </a:r>
            <a:r>
              <a:rPr b="0" lang="en-US" sz="1800" strike="noStrike" u="none">
                <a:solidFill>
                  <a:srgbClr val="000000"/>
                </a:solidFill>
                <a:effectLst/>
                <a:uFillTx/>
                <a:latin typeface="Arial"/>
              </a:rPr>
              <a:t>a</a:t>
            </a:r>
            <a:r>
              <a:rPr b="0" lang="en-US" sz="1800" strike="noStrike" u="none">
                <a:solidFill>
                  <a:srgbClr val="000000"/>
                </a:solidFill>
                <a:effectLst/>
                <a:uFillTx/>
                <a:latin typeface="Arial"/>
              </a:rPr>
              <a:t>t</a:t>
            </a:r>
            <a:endParaRPr b="0" lang="en-US" sz="1800" strike="noStrike" u="none">
              <a:solidFill>
                <a:srgbClr val="000000"/>
              </a:solidFill>
              <a:effectLst/>
              <a:uFillTx/>
              <a:latin typeface="Arial"/>
            </a:endParaRPr>
          </a:p>
        </p:txBody>
      </p:sp>
      <p:sp>
        <p:nvSpPr>
          <p:cNvPr id="46"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47"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48" name="PlaceHolder 4"/>
          <p:cNvSpPr>
            <a:spLocks noGrp="1"/>
          </p:cNvSpPr>
          <p:nvPr>
            <p:ph type="ftr" idx="22"/>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49" name="PlaceHolder 5"/>
          <p:cNvSpPr>
            <a:spLocks noGrp="1"/>
          </p:cNvSpPr>
          <p:nvPr>
            <p:ph type="sldNum" idx="23"/>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A0F963BC-4511-444B-ABA9-613C5D3124F1}"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50" name="PlaceHolder 6"/>
          <p:cNvSpPr>
            <a:spLocks noGrp="1"/>
          </p:cNvSpPr>
          <p:nvPr>
            <p:ph type="dt" idx="24"/>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51"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li</a:t>
            </a: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k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o </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d</a:t>
            </a:r>
            <a:r>
              <a:rPr b="0" lang="en-US" sz="1800" strike="noStrike" u="none">
                <a:solidFill>
                  <a:srgbClr val="000000"/>
                </a:solidFill>
                <a:effectLst/>
                <a:uFillTx/>
                <a:latin typeface="Arial"/>
              </a:rPr>
              <a:t>it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h</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ti</a:t>
            </a:r>
            <a:r>
              <a:rPr b="0" lang="en-US" sz="1800" strike="noStrike" u="none">
                <a:solidFill>
                  <a:srgbClr val="000000"/>
                </a:solidFill>
                <a:effectLst/>
                <a:uFillTx/>
                <a:latin typeface="Arial"/>
              </a:rPr>
              <a:t>tl</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x</a:t>
            </a:r>
            <a:r>
              <a:rPr b="0" lang="en-US" sz="1800" strike="noStrike" u="none">
                <a:solidFill>
                  <a:srgbClr val="000000"/>
                </a:solidFill>
                <a:effectLst/>
                <a:uFillTx/>
                <a:latin typeface="Arial"/>
              </a:rPr>
              <a:t>t </a:t>
            </a:r>
            <a:r>
              <a:rPr b="0" lang="en-US" sz="1800" strike="noStrike" u="none">
                <a:solidFill>
                  <a:srgbClr val="000000"/>
                </a:solidFill>
                <a:effectLst/>
                <a:uFillTx/>
                <a:latin typeface="Arial"/>
              </a:rPr>
              <a:t>f</a:t>
            </a:r>
            <a:r>
              <a:rPr b="0" lang="en-US" sz="1800" strike="noStrike" u="none">
                <a:solidFill>
                  <a:srgbClr val="000000"/>
                </a:solidFill>
                <a:effectLst/>
                <a:uFillTx/>
                <a:latin typeface="Arial"/>
              </a:rPr>
              <a:t>o</a:t>
            </a:r>
            <a:r>
              <a:rPr b="0" lang="en-US" sz="1800" strike="noStrike" u="none">
                <a:solidFill>
                  <a:srgbClr val="000000"/>
                </a:solidFill>
                <a:effectLst/>
                <a:uFillTx/>
                <a:latin typeface="Arial"/>
              </a:rPr>
              <a:t>r</a:t>
            </a:r>
            <a:r>
              <a:rPr b="0" lang="en-US" sz="1800" strike="noStrike" u="none">
                <a:solidFill>
                  <a:srgbClr val="000000"/>
                </a:solidFill>
                <a:effectLst/>
                <a:uFillTx/>
                <a:latin typeface="Arial"/>
              </a:rPr>
              <a:t>m</a:t>
            </a:r>
            <a:r>
              <a:rPr b="0" lang="en-US" sz="1800" strike="noStrike" u="none">
                <a:solidFill>
                  <a:srgbClr val="000000"/>
                </a:solidFill>
                <a:effectLst/>
                <a:uFillTx/>
                <a:latin typeface="Arial"/>
              </a:rPr>
              <a:t>a</a:t>
            </a:r>
            <a:r>
              <a:rPr b="0" lang="en-US" sz="1800" strike="noStrike" u="none">
                <a:solidFill>
                  <a:srgbClr val="000000"/>
                </a:solidFill>
                <a:effectLst/>
                <a:uFillTx/>
                <a:latin typeface="Arial"/>
              </a:rPr>
              <a:t>t</a:t>
            </a:r>
            <a:endParaRPr b="0" lang="en-US" sz="1800" strike="noStrike" u="none">
              <a:solidFill>
                <a:srgbClr val="000000"/>
              </a:solidFill>
              <a:effectLst/>
              <a:uFillTx/>
              <a:latin typeface="Arial"/>
            </a:endParaRPr>
          </a:p>
        </p:txBody>
      </p:sp>
      <p:sp>
        <p:nvSpPr>
          <p:cNvPr id="52" name="PlaceHolder 2"/>
          <p:cNvSpPr>
            <a:spLocks noGrp="1"/>
          </p:cNvSpPr>
          <p:nvPr>
            <p:ph type="ftr" idx="25"/>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53" name="PlaceHolder 3"/>
          <p:cNvSpPr>
            <a:spLocks noGrp="1"/>
          </p:cNvSpPr>
          <p:nvPr>
            <p:ph type="sldNum" idx="26"/>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A2730B14-F954-4FFD-A46B-E450373513E4}"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54" name="PlaceHolder 4"/>
          <p:cNvSpPr>
            <a:spLocks noGrp="1"/>
          </p:cNvSpPr>
          <p:nvPr>
            <p:ph type="dt" idx="27"/>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mediaAndTx" preserve="1">
  <p:cSld name="Centered Text">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ftr" idx="28"/>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56" name="PlaceHolder 2"/>
          <p:cNvSpPr>
            <a:spLocks noGrp="1"/>
          </p:cNvSpPr>
          <p:nvPr>
            <p:ph type="sldNum" idx="29"/>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210F8380-AA8E-4554-A031-CAA3538F5E97}"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57" name="PlaceHolder 3"/>
          <p:cNvSpPr>
            <a:spLocks noGrp="1"/>
          </p:cNvSpPr>
          <p:nvPr>
            <p:ph type="dt" idx="30"/>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Title, 2 Content and Content">
    <p:bg>
      <p:bgPr>
        <a:solidFill>
          <a:srgbClr val="ffffff"/>
        </a:solidFill>
      </p:bgPr>
    </p:bg>
    <p:spTree>
      <p:nvGrpSpPr>
        <p:cNvPr id="1" name=""/>
        <p:cNvGrpSpPr/>
        <p:nvPr/>
      </p:nvGrpSpPr>
      <p:grpSpPr>
        <a:xfrm>
          <a:off x="0" y="0"/>
          <a:ext cx="0" cy="0"/>
          <a:chOff x="0" y="0"/>
          <a:chExt cx="0" cy="0"/>
        </a:xfrm>
      </p:grpSpPr>
      <p:sp>
        <p:nvSpPr>
          <p:cNvPr id="58"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li</a:t>
            </a: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k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o </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d</a:t>
            </a:r>
            <a:r>
              <a:rPr b="0" lang="en-US" sz="1800" strike="noStrike" u="none">
                <a:solidFill>
                  <a:srgbClr val="000000"/>
                </a:solidFill>
                <a:effectLst/>
                <a:uFillTx/>
                <a:latin typeface="Arial"/>
              </a:rPr>
              <a:t>it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h</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ti</a:t>
            </a:r>
            <a:r>
              <a:rPr b="0" lang="en-US" sz="1800" strike="noStrike" u="none">
                <a:solidFill>
                  <a:srgbClr val="000000"/>
                </a:solidFill>
                <a:effectLst/>
                <a:uFillTx/>
                <a:latin typeface="Arial"/>
              </a:rPr>
              <a:t>tl</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x</a:t>
            </a:r>
            <a:r>
              <a:rPr b="0" lang="en-US" sz="1800" strike="noStrike" u="none">
                <a:solidFill>
                  <a:srgbClr val="000000"/>
                </a:solidFill>
                <a:effectLst/>
                <a:uFillTx/>
                <a:latin typeface="Arial"/>
              </a:rPr>
              <a:t>t </a:t>
            </a:r>
            <a:r>
              <a:rPr b="0" lang="en-US" sz="1800" strike="noStrike" u="none">
                <a:solidFill>
                  <a:srgbClr val="000000"/>
                </a:solidFill>
                <a:effectLst/>
                <a:uFillTx/>
                <a:latin typeface="Arial"/>
              </a:rPr>
              <a:t>f</a:t>
            </a:r>
            <a:r>
              <a:rPr b="0" lang="en-US" sz="1800" strike="noStrike" u="none">
                <a:solidFill>
                  <a:srgbClr val="000000"/>
                </a:solidFill>
                <a:effectLst/>
                <a:uFillTx/>
                <a:latin typeface="Arial"/>
              </a:rPr>
              <a:t>o</a:t>
            </a:r>
            <a:r>
              <a:rPr b="0" lang="en-US" sz="1800" strike="noStrike" u="none">
                <a:solidFill>
                  <a:srgbClr val="000000"/>
                </a:solidFill>
                <a:effectLst/>
                <a:uFillTx/>
                <a:latin typeface="Arial"/>
              </a:rPr>
              <a:t>r</a:t>
            </a:r>
            <a:r>
              <a:rPr b="0" lang="en-US" sz="1800" strike="noStrike" u="none">
                <a:solidFill>
                  <a:srgbClr val="000000"/>
                </a:solidFill>
                <a:effectLst/>
                <a:uFillTx/>
                <a:latin typeface="Arial"/>
              </a:rPr>
              <a:t>m</a:t>
            </a:r>
            <a:r>
              <a:rPr b="0" lang="en-US" sz="1800" strike="noStrike" u="none">
                <a:solidFill>
                  <a:srgbClr val="000000"/>
                </a:solidFill>
                <a:effectLst/>
                <a:uFillTx/>
                <a:latin typeface="Arial"/>
              </a:rPr>
              <a:t>a</a:t>
            </a:r>
            <a:r>
              <a:rPr b="0" lang="en-US" sz="1800" strike="noStrike" u="none">
                <a:solidFill>
                  <a:srgbClr val="000000"/>
                </a:solidFill>
                <a:effectLst/>
                <a:uFillTx/>
                <a:latin typeface="Arial"/>
              </a:rPr>
              <a:t>t</a:t>
            </a:r>
            <a:endParaRPr b="0" lang="en-US" sz="1800" strike="noStrike" u="none">
              <a:solidFill>
                <a:srgbClr val="000000"/>
              </a:solidFill>
              <a:effectLst/>
              <a:uFillTx/>
              <a:latin typeface="Arial"/>
            </a:endParaRPr>
          </a:p>
        </p:txBody>
      </p:sp>
      <p:sp>
        <p:nvSpPr>
          <p:cNvPr id="59" name="PlaceHolder 2"/>
          <p:cNvSpPr>
            <a:spLocks noGrp="1"/>
          </p:cNvSpPr>
          <p:nvPr>
            <p:ph type="body"/>
          </p:nvPr>
        </p:nvSpPr>
        <p:spPr>
          <a:xfrm>
            <a:off x="60948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60"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61" name="PlaceHolder 4"/>
          <p:cNvSpPr>
            <a:spLocks noGrp="1"/>
          </p:cNvSpPr>
          <p:nvPr>
            <p:ph type="body"/>
          </p:nvPr>
        </p:nvSpPr>
        <p:spPr>
          <a:xfrm>
            <a:off x="609480" y="368208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62" name="PlaceHolder 5"/>
          <p:cNvSpPr>
            <a:spLocks noGrp="1"/>
          </p:cNvSpPr>
          <p:nvPr>
            <p:ph type="ftr" idx="31"/>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63" name="PlaceHolder 6"/>
          <p:cNvSpPr>
            <a:spLocks noGrp="1"/>
          </p:cNvSpPr>
          <p:nvPr>
            <p:ph type="sldNum" idx="32"/>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3BC6698C-5DCD-4614-9391-0DB2FC3C9FD1}"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64" name="PlaceHolder 7"/>
          <p:cNvSpPr>
            <a:spLocks noGrp="1"/>
          </p:cNvSpPr>
          <p:nvPr>
            <p:ph type="dt" idx="33"/>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Title Content and 2 Content">
    <p:bg>
      <p:bgPr>
        <a:solidFill>
          <a:srgbClr val="ffffff"/>
        </a:solidFill>
      </p:bgPr>
    </p:bg>
    <p:spTree>
      <p:nvGrpSpPr>
        <p:cNvPr id="1" name=""/>
        <p:cNvGrpSpPr/>
        <p:nvPr/>
      </p:nvGrpSpPr>
      <p:grpSpPr>
        <a:xfrm>
          <a:off x="0" y="0"/>
          <a:ext cx="0" cy="0"/>
          <a:chOff x="0" y="0"/>
          <a:chExt cx="0" cy="0"/>
        </a:xfrm>
      </p:grpSpPr>
      <p:sp>
        <p:nvSpPr>
          <p:cNvPr id="65"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li</a:t>
            </a: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k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o </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d</a:t>
            </a:r>
            <a:r>
              <a:rPr b="0" lang="en-US" sz="1800" strike="noStrike" u="none">
                <a:solidFill>
                  <a:srgbClr val="000000"/>
                </a:solidFill>
                <a:effectLst/>
                <a:uFillTx/>
                <a:latin typeface="Arial"/>
              </a:rPr>
              <a:t>it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h</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ti</a:t>
            </a:r>
            <a:r>
              <a:rPr b="0" lang="en-US" sz="1800" strike="noStrike" u="none">
                <a:solidFill>
                  <a:srgbClr val="000000"/>
                </a:solidFill>
                <a:effectLst/>
                <a:uFillTx/>
                <a:latin typeface="Arial"/>
              </a:rPr>
              <a:t>tl</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x</a:t>
            </a:r>
            <a:r>
              <a:rPr b="0" lang="en-US" sz="1800" strike="noStrike" u="none">
                <a:solidFill>
                  <a:srgbClr val="000000"/>
                </a:solidFill>
                <a:effectLst/>
                <a:uFillTx/>
                <a:latin typeface="Arial"/>
              </a:rPr>
              <a:t>t </a:t>
            </a:r>
            <a:r>
              <a:rPr b="0" lang="en-US" sz="1800" strike="noStrike" u="none">
                <a:solidFill>
                  <a:srgbClr val="000000"/>
                </a:solidFill>
                <a:effectLst/>
                <a:uFillTx/>
                <a:latin typeface="Arial"/>
              </a:rPr>
              <a:t>f</a:t>
            </a:r>
            <a:r>
              <a:rPr b="0" lang="en-US" sz="1800" strike="noStrike" u="none">
                <a:solidFill>
                  <a:srgbClr val="000000"/>
                </a:solidFill>
                <a:effectLst/>
                <a:uFillTx/>
                <a:latin typeface="Arial"/>
              </a:rPr>
              <a:t>o</a:t>
            </a:r>
            <a:r>
              <a:rPr b="0" lang="en-US" sz="1800" strike="noStrike" u="none">
                <a:solidFill>
                  <a:srgbClr val="000000"/>
                </a:solidFill>
                <a:effectLst/>
                <a:uFillTx/>
                <a:latin typeface="Arial"/>
              </a:rPr>
              <a:t>r</a:t>
            </a:r>
            <a:r>
              <a:rPr b="0" lang="en-US" sz="1800" strike="noStrike" u="none">
                <a:solidFill>
                  <a:srgbClr val="000000"/>
                </a:solidFill>
                <a:effectLst/>
                <a:uFillTx/>
                <a:latin typeface="Arial"/>
              </a:rPr>
              <a:t>m</a:t>
            </a:r>
            <a:r>
              <a:rPr b="0" lang="en-US" sz="1800" strike="noStrike" u="none">
                <a:solidFill>
                  <a:srgbClr val="000000"/>
                </a:solidFill>
                <a:effectLst/>
                <a:uFillTx/>
                <a:latin typeface="Arial"/>
              </a:rPr>
              <a:t>a</a:t>
            </a:r>
            <a:r>
              <a:rPr b="0" lang="en-US" sz="1800" strike="noStrike" u="none">
                <a:solidFill>
                  <a:srgbClr val="000000"/>
                </a:solidFill>
                <a:effectLst/>
                <a:uFillTx/>
                <a:latin typeface="Arial"/>
              </a:rPr>
              <a:t>t</a:t>
            </a:r>
            <a:endParaRPr b="0" lang="en-US" sz="1800" strike="noStrike" u="none">
              <a:solidFill>
                <a:srgbClr val="000000"/>
              </a:solidFill>
              <a:effectLst/>
              <a:uFillTx/>
              <a:latin typeface="Arial"/>
            </a:endParaRPr>
          </a:p>
        </p:txBody>
      </p:sp>
      <p:sp>
        <p:nvSpPr>
          <p:cNvPr id="66"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67" name="PlaceHolder 3"/>
          <p:cNvSpPr>
            <a:spLocks noGrp="1"/>
          </p:cNvSpPr>
          <p:nvPr>
            <p:ph type="body"/>
          </p:nvPr>
        </p:nvSpPr>
        <p:spPr>
          <a:xfrm>
            <a:off x="623196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68" name="PlaceHolder 4"/>
          <p:cNvSpPr>
            <a:spLocks noGrp="1"/>
          </p:cNvSpPr>
          <p:nvPr>
            <p:ph type="body"/>
          </p:nvPr>
        </p:nvSpPr>
        <p:spPr>
          <a:xfrm>
            <a:off x="6231960" y="368208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69" name="PlaceHolder 5"/>
          <p:cNvSpPr>
            <a:spLocks noGrp="1"/>
          </p:cNvSpPr>
          <p:nvPr>
            <p:ph type="ftr" idx="34"/>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70" name="PlaceHolder 6"/>
          <p:cNvSpPr>
            <a:spLocks noGrp="1"/>
          </p:cNvSpPr>
          <p:nvPr>
            <p:ph type="sldNum" idx="35"/>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B9F57DE0-355C-45ED-AF13-F92CFD960F8A}"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71" name="PlaceHolder 7"/>
          <p:cNvSpPr>
            <a:spLocks noGrp="1"/>
          </p:cNvSpPr>
          <p:nvPr>
            <p:ph type="dt" idx="36"/>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p:bg>
      <p:bgPr>
        <a:solidFill>
          <a:srgbClr val="ffffff"/>
        </a:solidFill>
      </p:bgPr>
    </p:bg>
    <p:spTree>
      <p:nvGrpSpPr>
        <p:cNvPr id="1" name=""/>
        <p:cNvGrpSpPr/>
        <p:nvPr/>
      </p:nvGrpSpPr>
      <p:grpSpPr>
        <a:xfrm>
          <a:off x="0" y="0"/>
          <a:ext cx="0" cy="0"/>
          <a:chOff x="0" y="0"/>
          <a:chExt cx="0" cy="0"/>
        </a:xfrm>
      </p:grpSpPr>
      <p:sp>
        <p:nvSpPr>
          <p:cNvPr id="72"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li</a:t>
            </a: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k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o </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d</a:t>
            </a:r>
            <a:r>
              <a:rPr b="0" lang="en-US" sz="1800" strike="noStrike" u="none">
                <a:solidFill>
                  <a:srgbClr val="000000"/>
                </a:solidFill>
                <a:effectLst/>
                <a:uFillTx/>
                <a:latin typeface="Arial"/>
              </a:rPr>
              <a:t>it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h</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ti</a:t>
            </a:r>
            <a:r>
              <a:rPr b="0" lang="en-US" sz="1800" strike="noStrike" u="none">
                <a:solidFill>
                  <a:srgbClr val="000000"/>
                </a:solidFill>
                <a:effectLst/>
                <a:uFillTx/>
                <a:latin typeface="Arial"/>
              </a:rPr>
              <a:t>tl</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x</a:t>
            </a:r>
            <a:r>
              <a:rPr b="0" lang="en-US" sz="1800" strike="noStrike" u="none">
                <a:solidFill>
                  <a:srgbClr val="000000"/>
                </a:solidFill>
                <a:effectLst/>
                <a:uFillTx/>
                <a:latin typeface="Arial"/>
              </a:rPr>
              <a:t>t </a:t>
            </a:r>
            <a:r>
              <a:rPr b="0" lang="en-US" sz="1800" strike="noStrike" u="none">
                <a:solidFill>
                  <a:srgbClr val="000000"/>
                </a:solidFill>
                <a:effectLst/>
                <a:uFillTx/>
                <a:latin typeface="Arial"/>
              </a:rPr>
              <a:t>f</a:t>
            </a:r>
            <a:r>
              <a:rPr b="0" lang="en-US" sz="1800" strike="noStrike" u="none">
                <a:solidFill>
                  <a:srgbClr val="000000"/>
                </a:solidFill>
                <a:effectLst/>
                <a:uFillTx/>
                <a:latin typeface="Arial"/>
              </a:rPr>
              <a:t>o</a:t>
            </a:r>
            <a:r>
              <a:rPr b="0" lang="en-US" sz="1800" strike="noStrike" u="none">
                <a:solidFill>
                  <a:srgbClr val="000000"/>
                </a:solidFill>
                <a:effectLst/>
                <a:uFillTx/>
                <a:latin typeface="Arial"/>
              </a:rPr>
              <a:t>r</a:t>
            </a:r>
            <a:r>
              <a:rPr b="0" lang="en-US" sz="1800" strike="noStrike" u="none">
                <a:solidFill>
                  <a:srgbClr val="000000"/>
                </a:solidFill>
                <a:effectLst/>
                <a:uFillTx/>
                <a:latin typeface="Arial"/>
              </a:rPr>
              <a:t>m</a:t>
            </a:r>
            <a:r>
              <a:rPr b="0" lang="en-US" sz="1800" strike="noStrike" u="none">
                <a:solidFill>
                  <a:srgbClr val="000000"/>
                </a:solidFill>
                <a:effectLst/>
                <a:uFillTx/>
                <a:latin typeface="Arial"/>
              </a:rPr>
              <a:t>a</a:t>
            </a:r>
            <a:r>
              <a:rPr b="0" lang="en-US" sz="1800" strike="noStrike" u="none">
                <a:solidFill>
                  <a:srgbClr val="000000"/>
                </a:solidFill>
                <a:effectLst/>
                <a:uFillTx/>
                <a:latin typeface="Arial"/>
              </a:rPr>
              <a:t>t</a:t>
            </a:r>
            <a:endParaRPr b="0" lang="en-US" sz="1800" strike="noStrike" u="none">
              <a:solidFill>
                <a:srgbClr val="000000"/>
              </a:solidFill>
              <a:effectLst/>
              <a:uFillTx/>
              <a:latin typeface="Arial"/>
            </a:endParaRPr>
          </a:p>
        </p:txBody>
      </p:sp>
      <p:sp>
        <p:nvSpPr>
          <p:cNvPr id="73" name="PlaceHolder 2"/>
          <p:cNvSpPr>
            <a:spLocks noGrp="1"/>
          </p:cNvSpPr>
          <p:nvPr>
            <p:ph type="body"/>
          </p:nvPr>
        </p:nvSpPr>
        <p:spPr>
          <a:xfrm>
            <a:off x="60948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74" name="PlaceHolder 3"/>
          <p:cNvSpPr>
            <a:spLocks noGrp="1"/>
          </p:cNvSpPr>
          <p:nvPr>
            <p:ph type="body"/>
          </p:nvPr>
        </p:nvSpPr>
        <p:spPr>
          <a:xfrm>
            <a:off x="623196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75" name="PlaceHolder 4"/>
          <p:cNvSpPr>
            <a:spLocks noGrp="1"/>
          </p:cNvSpPr>
          <p:nvPr>
            <p:ph type="body"/>
          </p:nvPr>
        </p:nvSpPr>
        <p:spPr>
          <a:xfrm>
            <a:off x="609480" y="3682080"/>
            <a:ext cx="1097208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76" name="PlaceHolder 5"/>
          <p:cNvSpPr>
            <a:spLocks noGrp="1"/>
          </p:cNvSpPr>
          <p:nvPr>
            <p:ph type="ftr" idx="37"/>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77" name="PlaceHolder 6"/>
          <p:cNvSpPr>
            <a:spLocks noGrp="1"/>
          </p:cNvSpPr>
          <p:nvPr>
            <p:ph type="sldNum" idx="38"/>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A91ED440-8121-40B6-B32F-3393AD3C4915}"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78" name="PlaceHolder 7"/>
          <p:cNvSpPr>
            <a:spLocks noGrp="1"/>
          </p:cNvSpPr>
          <p:nvPr>
            <p:ph type="dt" idx="39"/>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1">
    <p:bg>
      <p:bgPr>
        <a:solidFill>
          <a:srgbClr val="ffffff"/>
        </a:solidFill>
      </p:bgPr>
    </p:bg>
    <p:spTree>
      <p:nvGrpSpPr>
        <p:cNvPr id="1" name=""/>
        <p:cNvGrpSpPr/>
        <p:nvPr/>
      </p:nvGrpSpPr>
      <p:grpSpPr>
        <a:xfrm>
          <a:off x="0" y="0"/>
          <a:ext cx="0" cy="0"/>
          <a:chOff x="0" y="0"/>
          <a:chExt cx="0" cy="0"/>
        </a:xfrm>
      </p:grpSpPr>
      <p:sp>
        <p:nvSpPr>
          <p:cNvPr id="79"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li</a:t>
            </a: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k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o </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d</a:t>
            </a:r>
            <a:r>
              <a:rPr b="0" lang="en-US" sz="1800" strike="noStrike" u="none">
                <a:solidFill>
                  <a:srgbClr val="000000"/>
                </a:solidFill>
                <a:effectLst/>
                <a:uFillTx/>
                <a:latin typeface="Arial"/>
              </a:rPr>
              <a:t>it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h</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ti</a:t>
            </a:r>
            <a:r>
              <a:rPr b="0" lang="en-US" sz="1800" strike="noStrike" u="none">
                <a:solidFill>
                  <a:srgbClr val="000000"/>
                </a:solidFill>
                <a:effectLst/>
                <a:uFillTx/>
                <a:latin typeface="Arial"/>
              </a:rPr>
              <a:t>tl</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x</a:t>
            </a:r>
            <a:r>
              <a:rPr b="0" lang="en-US" sz="1800" strike="noStrike" u="none">
                <a:solidFill>
                  <a:srgbClr val="000000"/>
                </a:solidFill>
                <a:effectLst/>
                <a:uFillTx/>
                <a:latin typeface="Arial"/>
              </a:rPr>
              <a:t>t </a:t>
            </a:r>
            <a:r>
              <a:rPr b="0" lang="en-US" sz="1800" strike="noStrike" u="none">
                <a:solidFill>
                  <a:srgbClr val="000000"/>
                </a:solidFill>
                <a:effectLst/>
                <a:uFillTx/>
                <a:latin typeface="Arial"/>
              </a:rPr>
              <a:t>f</a:t>
            </a:r>
            <a:r>
              <a:rPr b="0" lang="en-US" sz="1800" strike="noStrike" u="none">
                <a:solidFill>
                  <a:srgbClr val="000000"/>
                </a:solidFill>
                <a:effectLst/>
                <a:uFillTx/>
                <a:latin typeface="Arial"/>
              </a:rPr>
              <a:t>o</a:t>
            </a:r>
            <a:r>
              <a:rPr b="0" lang="en-US" sz="1800" strike="noStrike" u="none">
                <a:solidFill>
                  <a:srgbClr val="000000"/>
                </a:solidFill>
                <a:effectLst/>
                <a:uFillTx/>
                <a:latin typeface="Arial"/>
              </a:rPr>
              <a:t>r</a:t>
            </a:r>
            <a:r>
              <a:rPr b="0" lang="en-US" sz="1800" strike="noStrike" u="none">
                <a:solidFill>
                  <a:srgbClr val="000000"/>
                </a:solidFill>
                <a:effectLst/>
                <a:uFillTx/>
                <a:latin typeface="Arial"/>
              </a:rPr>
              <a:t>m</a:t>
            </a:r>
            <a:r>
              <a:rPr b="0" lang="en-US" sz="1800" strike="noStrike" u="none">
                <a:solidFill>
                  <a:srgbClr val="000000"/>
                </a:solidFill>
                <a:effectLst/>
                <a:uFillTx/>
                <a:latin typeface="Arial"/>
              </a:rPr>
              <a:t>a</a:t>
            </a:r>
            <a:r>
              <a:rPr b="0" lang="en-US" sz="1800" strike="noStrike" u="none">
                <a:solidFill>
                  <a:srgbClr val="000000"/>
                </a:solidFill>
                <a:effectLst/>
                <a:uFillTx/>
                <a:latin typeface="Arial"/>
              </a:rPr>
              <a:t>t</a:t>
            </a:r>
            <a:endParaRPr b="0" lang="en-US" sz="1800" strike="noStrike" u="none">
              <a:solidFill>
                <a:srgbClr val="000000"/>
              </a:solidFill>
              <a:effectLst/>
              <a:uFillTx/>
              <a:latin typeface="Arial"/>
            </a:endParaRPr>
          </a:p>
        </p:txBody>
      </p:sp>
      <p:sp>
        <p:nvSpPr>
          <p:cNvPr id="80" name="PlaceHolder 2"/>
          <p:cNvSpPr>
            <a:spLocks noGrp="1"/>
          </p:cNvSpPr>
          <p:nvPr>
            <p:ph type="body"/>
          </p:nvPr>
        </p:nvSpPr>
        <p:spPr>
          <a:xfrm>
            <a:off x="609480" y="1604520"/>
            <a:ext cx="1097208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81" name="PlaceHolder 3"/>
          <p:cNvSpPr>
            <a:spLocks noGrp="1"/>
          </p:cNvSpPr>
          <p:nvPr>
            <p:ph type="body"/>
          </p:nvPr>
        </p:nvSpPr>
        <p:spPr>
          <a:xfrm>
            <a:off x="609480" y="3682080"/>
            <a:ext cx="1097208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82" name="PlaceHolder 4"/>
          <p:cNvSpPr>
            <a:spLocks noGrp="1"/>
          </p:cNvSpPr>
          <p:nvPr>
            <p:ph type="ftr" idx="40"/>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83" name="PlaceHolder 5"/>
          <p:cNvSpPr>
            <a:spLocks noGrp="1"/>
          </p:cNvSpPr>
          <p:nvPr>
            <p:ph type="sldNum" idx="41"/>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7647FF08-E3AB-4AE6-BB3A-5453AFD907E6}"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84" name="PlaceHolder 6"/>
          <p:cNvSpPr>
            <a:spLocks noGrp="1"/>
          </p:cNvSpPr>
          <p:nvPr>
            <p:ph type="dt" idx="42"/>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2">
    <p:bg>
      <p:bgPr>
        <a:solidFill>
          <a:srgbClr val="ffffff"/>
        </a:solidFill>
      </p:bgPr>
    </p:bg>
    <p:spTree>
      <p:nvGrpSpPr>
        <p:cNvPr id="1" name=""/>
        <p:cNvGrpSpPr/>
        <p:nvPr/>
      </p:nvGrpSpPr>
      <p:grpSpPr>
        <a:xfrm>
          <a:off x="0" y="0"/>
          <a:ext cx="0" cy="0"/>
          <a:chOff x="0" y="0"/>
          <a:chExt cx="0" cy="0"/>
        </a:xfrm>
      </p:grpSpPr>
      <p:sp>
        <p:nvSpPr>
          <p:cNvPr id="85"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li</a:t>
            </a: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k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o </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d</a:t>
            </a:r>
            <a:r>
              <a:rPr b="0" lang="en-US" sz="1800" strike="noStrike" u="none">
                <a:solidFill>
                  <a:srgbClr val="000000"/>
                </a:solidFill>
                <a:effectLst/>
                <a:uFillTx/>
                <a:latin typeface="Arial"/>
              </a:rPr>
              <a:t>it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h</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ti</a:t>
            </a:r>
            <a:r>
              <a:rPr b="0" lang="en-US" sz="1800" strike="noStrike" u="none">
                <a:solidFill>
                  <a:srgbClr val="000000"/>
                </a:solidFill>
                <a:effectLst/>
                <a:uFillTx/>
                <a:latin typeface="Arial"/>
              </a:rPr>
              <a:t>tl</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x</a:t>
            </a:r>
            <a:r>
              <a:rPr b="0" lang="en-US" sz="1800" strike="noStrike" u="none">
                <a:solidFill>
                  <a:srgbClr val="000000"/>
                </a:solidFill>
                <a:effectLst/>
                <a:uFillTx/>
                <a:latin typeface="Arial"/>
              </a:rPr>
              <a:t>t </a:t>
            </a:r>
            <a:r>
              <a:rPr b="0" lang="en-US" sz="1800" strike="noStrike" u="none">
                <a:solidFill>
                  <a:srgbClr val="000000"/>
                </a:solidFill>
                <a:effectLst/>
                <a:uFillTx/>
                <a:latin typeface="Arial"/>
              </a:rPr>
              <a:t>f</a:t>
            </a:r>
            <a:r>
              <a:rPr b="0" lang="en-US" sz="1800" strike="noStrike" u="none">
                <a:solidFill>
                  <a:srgbClr val="000000"/>
                </a:solidFill>
                <a:effectLst/>
                <a:uFillTx/>
                <a:latin typeface="Arial"/>
              </a:rPr>
              <a:t>o</a:t>
            </a:r>
            <a:r>
              <a:rPr b="0" lang="en-US" sz="1800" strike="noStrike" u="none">
                <a:solidFill>
                  <a:srgbClr val="000000"/>
                </a:solidFill>
                <a:effectLst/>
                <a:uFillTx/>
                <a:latin typeface="Arial"/>
              </a:rPr>
              <a:t>r</a:t>
            </a:r>
            <a:r>
              <a:rPr b="0" lang="en-US" sz="1800" strike="noStrike" u="none">
                <a:solidFill>
                  <a:srgbClr val="000000"/>
                </a:solidFill>
                <a:effectLst/>
                <a:uFillTx/>
                <a:latin typeface="Arial"/>
              </a:rPr>
              <a:t>m</a:t>
            </a:r>
            <a:r>
              <a:rPr b="0" lang="en-US" sz="1800" strike="noStrike" u="none">
                <a:solidFill>
                  <a:srgbClr val="000000"/>
                </a:solidFill>
                <a:effectLst/>
                <a:uFillTx/>
                <a:latin typeface="Arial"/>
              </a:rPr>
              <a:t>a</a:t>
            </a:r>
            <a:r>
              <a:rPr b="0" lang="en-US" sz="1800" strike="noStrike" u="none">
                <a:solidFill>
                  <a:srgbClr val="000000"/>
                </a:solidFill>
                <a:effectLst/>
                <a:uFillTx/>
                <a:latin typeface="Arial"/>
              </a:rPr>
              <a:t>t</a:t>
            </a:r>
            <a:endParaRPr b="0" lang="en-US" sz="1800" strike="noStrike" u="none">
              <a:solidFill>
                <a:srgbClr val="000000"/>
              </a:solidFill>
              <a:effectLst/>
              <a:uFillTx/>
              <a:latin typeface="Arial"/>
            </a:endParaRPr>
          </a:p>
        </p:txBody>
      </p:sp>
      <p:sp>
        <p:nvSpPr>
          <p:cNvPr id="86" name="PlaceHolder 2"/>
          <p:cNvSpPr>
            <a:spLocks noGrp="1"/>
          </p:cNvSpPr>
          <p:nvPr>
            <p:ph type="body"/>
          </p:nvPr>
        </p:nvSpPr>
        <p:spPr>
          <a:xfrm>
            <a:off x="60948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87" name="PlaceHolder 3"/>
          <p:cNvSpPr>
            <a:spLocks noGrp="1"/>
          </p:cNvSpPr>
          <p:nvPr>
            <p:ph type="body"/>
          </p:nvPr>
        </p:nvSpPr>
        <p:spPr>
          <a:xfrm>
            <a:off x="623196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88" name="PlaceHolder 4"/>
          <p:cNvSpPr>
            <a:spLocks noGrp="1"/>
          </p:cNvSpPr>
          <p:nvPr>
            <p:ph type="body"/>
          </p:nvPr>
        </p:nvSpPr>
        <p:spPr>
          <a:xfrm>
            <a:off x="609480" y="368208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89" name="PlaceHolder 5"/>
          <p:cNvSpPr>
            <a:spLocks noGrp="1"/>
          </p:cNvSpPr>
          <p:nvPr>
            <p:ph type="body"/>
          </p:nvPr>
        </p:nvSpPr>
        <p:spPr>
          <a:xfrm>
            <a:off x="6231960" y="368208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90" name="PlaceHolder 6"/>
          <p:cNvSpPr>
            <a:spLocks noGrp="1"/>
          </p:cNvSpPr>
          <p:nvPr>
            <p:ph type="ftr" idx="43"/>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91" name="PlaceHolder 7"/>
          <p:cNvSpPr>
            <a:spLocks noGrp="1"/>
          </p:cNvSpPr>
          <p:nvPr>
            <p:ph type="sldNum" idx="44"/>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CCD2748C-1CF6-493F-91B7-E93F9FEB01A7}"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92" name="PlaceHolder 8"/>
          <p:cNvSpPr>
            <a:spLocks noGrp="1"/>
          </p:cNvSpPr>
          <p:nvPr>
            <p:ph type="dt" idx="45"/>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
    <p:bg>
      <p:bgPr>
        <a:solidFill>
          <a:srgbClr val="ffffff"/>
        </a:solidFill>
      </p:bgPr>
    </p:bg>
    <p:spTree>
      <p:nvGrpSpPr>
        <p:cNvPr id="1" name=""/>
        <p:cNvGrpSpPr/>
        <p:nvPr/>
      </p:nvGrpSpPr>
      <p:grpSpPr>
        <a:xfrm>
          <a:off x="0" y="0"/>
          <a:ext cx="0" cy="0"/>
          <a:chOff x="0" y="0"/>
          <a:chExt cx="0" cy="0"/>
        </a:xfrm>
      </p:grpSpPr>
      <p:sp>
        <p:nvSpPr>
          <p:cNvPr id="93"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li</a:t>
            </a: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k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o </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d</a:t>
            </a:r>
            <a:r>
              <a:rPr b="0" lang="en-US" sz="1800" strike="noStrike" u="none">
                <a:solidFill>
                  <a:srgbClr val="000000"/>
                </a:solidFill>
                <a:effectLst/>
                <a:uFillTx/>
                <a:latin typeface="Arial"/>
              </a:rPr>
              <a:t>it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h</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ti</a:t>
            </a:r>
            <a:r>
              <a:rPr b="0" lang="en-US" sz="1800" strike="noStrike" u="none">
                <a:solidFill>
                  <a:srgbClr val="000000"/>
                </a:solidFill>
                <a:effectLst/>
                <a:uFillTx/>
                <a:latin typeface="Arial"/>
              </a:rPr>
              <a:t>tl</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x</a:t>
            </a:r>
            <a:r>
              <a:rPr b="0" lang="en-US" sz="1800" strike="noStrike" u="none">
                <a:solidFill>
                  <a:srgbClr val="000000"/>
                </a:solidFill>
                <a:effectLst/>
                <a:uFillTx/>
                <a:latin typeface="Arial"/>
              </a:rPr>
              <a:t>t </a:t>
            </a:r>
            <a:r>
              <a:rPr b="0" lang="en-US" sz="1800" strike="noStrike" u="none">
                <a:solidFill>
                  <a:srgbClr val="000000"/>
                </a:solidFill>
                <a:effectLst/>
                <a:uFillTx/>
                <a:latin typeface="Arial"/>
              </a:rPr>
              <a:t>f</a:t>
            </a:r>
            <a:r>
              <a:rPr b="0" lang="en-US" sz="1800" strike="noStrike" u="none">
                <a:solidFill>
                  <a:srgbClr val="000000"/>
                </a:solidFill>
                <a:effectLst/>
                <a:uFillTx/>
                <a:latin typeface="Arial"/>
              </a:rPr>
              <a:t>o</a:t>
            </a:r>
            <a:r>
              <a:rPr b="0" lang="en-US" sz="1800" strike="noStrike" u="none">
                <a:solidFill>
                  <a:srgbClr val="000000"/>
                </a:solidFill>
                <a:effectLst/>
                <a:uFillTx/>
                <a:latin typeface="Arial"/>
              </a:rPr>
              <a:t>r</a:t>
            </a:r>
            <a:r>
              <a:rPr b="0" lang="en-US" sz="1800" strike="noStrike" u="none">
                <a:solidFill>
                  <a:srgbClr val="000000"/>
                </a:solidFill>
                <a:effectLst/>
                <a:uFillTx/>
                <a:latin typeface="Arial"/>
              </a:rPr>
              <a:t>m</a:t>
            </a:r>
            <a:r>
              <a:rPr b="0" lang="en-US" sz="1800" strike="noStrike" u="none">
                <a:solidFill>
                  <a:srgbClr val="000000"/>
                </a:solidFill>
                <a:effectLst/>
                <a:uFillTx/>
                <a:latin typeface="Arial"/>
              </a:rPr>
              <a:t>a</a:t>
            </a:r>
            <a:r>
              <a:rPr b="0" lang="en-US" sz="1800" strike="noStrike" u="none">
                <a:solidFill>
                  <a:srgbClr val="000000"/>
                </a:solidFill>
                <a:effectLst/>
                <a:uFillTx/>
                <a:latin typeface="Arial"/>
              </a:rPr>
              <a:t>t</a:t>
            </a:r>
            <a:endParaRPr b="0" lang="en-US" sz="1800" strike="noStrike" u="none">
              <a:solidFill>
                <a:srgbClr val="000000"/>
              </a:solidFill>
              <a:effectLst/>
              <a:uFillTx/>
              <a:latin typeface="Arial"/>
            </a:endParaRPr>
          </a:p>
        </p:txBody>
      </p:sp>
      <p:sp>
        <p:nvSpPr>
          <p:cNvPr id="94" name="PlaceHolder 2"/>
          <p:cNvSpPr>
            <a:spLocks noGrp="1"/>
          </p:cNvSpPr>
          <p:nvPr>
            <p:ph type="body"/>
          </p:nvPr>
        </p:nvSpPr>
        <p:spPr>
          <a:xfrm>
            <a:off x="609480" y="160452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95" name="PlaceHolder 3"/>
          <p:cNvSpPr>
            <a:spLocks noGrp="1"/>
          </p:cNvSpPr>
          <p:nvPr>
            <p:ph type="body"/>
          </p:nvPr>
        </p:nvSpPr>
        <p:spPr>
          <a:xfrm>
            <a:off x="4319640" y="160452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96" name="PlaceHolder 4"/>
          <p:cNvSpPr>
            <a:spLocks noGrp="1"/>
          </p:cNvSpPr>
          <p:nvPr>
            <p:ph type="body"/>
          </p:nvPr>
        </p:nvSpPr>
        <p:spPr>
          <a:xfrm>
            <a:off x="8029800" y="160452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97" name="PlaceHolder 5"/>
          <p:cNvSpPr>
            <a:spLocks noGrp="1"/>
          </p:cNvSpPr>
          <p:nvPr>
            <p:ph type="body"/>
          </p:nvPr>
        </p:nvSpPr>
        <p:spPr>
          <a:xfrm>
            <a:off x="609480" y="368208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98" name="PlaceHolder 6"/>
          <p:cNvSpPr>
            <a:spLocks noGrp="1"/>
          </p:cNvSpPr>
          <p:nvPr>
            <p:ph type="body"/>
          </p:nvPr>
        </p:nvSpPr>
        <p:spPr>
          <a:xfrm>
            <a:off x="4319640" y="368208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99" name="PlaceHolder 7"/>
          <p:cNvSpPr>
            <a:spLocks noGrp="1"/>
          </p:cNvSpPr>
          <p:nvPr>
            <p:ph type="body"/>
          </p:nvPr>
        </p:nvSpPr>
        <p:spPr>
          <a:xfrm>
            <a:off x="8029800" y="368208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00" name="PlaceHolder 8"/>
          <p:cNvSpPr>
            <a:spLocks noGrp="1"/>
          </p:cNvSpPr>
          <p:nvPr>
            <p:ph type="ftr" idx="46"/>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01" name="PlaceHolder 9"/>
          <p:cNvSpPr>
            <a:spLocks noGrp="1"/>
          </p:cNvSpPr>
          <p:nvPr>
            <p:ph type="sldNum" idx="47"/>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7EFE0D2D-2546-44AA-8C80-0B13CE91F8AA}"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02" name="PlaceHolder 10"/>
          <p:cNvSpPr>
            <a:spLocks noGrp="1"/>
          </p:cNvSpPr>
          <p:nvPr>
            <p:ph type="dt" idx="48"/>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4">
    <p:bg>
      <p:bgPr>
        <a:solidFill>
          <a:srgbClr val="ffffff"/>
        </a:solidFill>
      </p:bgPr>
    </p:bg>
    <p:spTree>
      <p:nvGrpSpPr>
        <p:cNvPr id="1" name=""/>
        <p:cNvGrpSpPr/>
        <p:nvPr/>
      </p:nvGrpSpPr>
      <p:grpSpPr>
        <a:xfrm>
          <a:off x="0" y="0"/>
          <a:ext cx="0" cy="0"/>
          <a:chOff x="0" y="0"/>
          <a:chExt cx="0" cy="0"/>
        </a:xfrm>
      </p:grpSpPr>
      <p:sp>
        <p:nvSpPr>
          <p:cNvPr id="103" name="PlaceHolder 1"/>
          <p:cNvSpPr>
            <a:spLocks noGrp="1"/>
          </p:cNvSpPr>
          <p:nvPr>
            <p:ph type="ftr" idx="49"/>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04" name="PlaceHolder 2"/>
          <p:cNvSpPr>
            <a:spLocks noGrp="1"/>
          </p:cNvSpPr>
          <p:nvPr>
            <p:ph type="sldNum" idx="50"/>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180798EE-74ED-4801-B417-F8C5D5BE7C63}"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05" name="PlaceHolder 3"/>
          <p:cNvSpPr>
            <a:spLocks noGrp="1"/>
          </p:cNvSpPr>
          <p:nvPr>
            <p:ph type="dt" idx="51"/>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106"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trike="noStrike" u="none">
                <a:solidFill>
                  <a:srgbClr val="000000"/>
                </a:solidFill>
                <a:effectLst/>
                <a:uFillTx/>
                <a:latin typeface="Arial"/>
              </a:rPr>
              <a:t>C</a:t>
            </a:r>
            <a:r>
              <a:rPr b="0" lang="en-US" sz="4400" strike="noStrike" u="none">
                <a:solidFill>
                  <a:srgbClr val="000000"/>
                </a:solidFill>
                <a:effectLst/>
                <a:uFillTx/>
                <a:latin typeface="Arial"/>
              </a:rPr>
              <a:t>l</a:t>
            </a:r>
            <a:r>
              <a:rPr b="0" lang="en-US" sz="4400" strike="noStrike" u="none">
                <a:solidFill>
                  <a:srgbClr val="000000"/>
                </a:solidFill>
                <a:effectLst/>
                <a:uFillTx/>
                <a:latin typeface="Arial"/>
              </a:rPr>
              <a:t>i</a:t>
            </a:r>
            <a:r>
              <a:rPr b="0" lang="en-US" sz="4400" strike="noStrike" u="none">
                <a:solidFill>
                  <a:srgbClr val="000000"/>
                </a:solidFill>
                <a:effectLst/>
                <a:uFillTx/>
                <a:latin typeface="Arial"/>
              </a:rPr>
              <a:t>c</a:t>
            </a:r>
            <a:r>
              <a:rPr b="0" lang="en-US" sz="4400" strike="noStrike" u="none">
                <a:solidFill>
                  <a:srgbClr val="000000"/>
                </a:solidFill>
                <a:effectLst/>
                <a:uFillTx/>
                <a:latin typeface="Arial"/>
              </a:rPr>
              <a:t>k</a:t>
            </a:r>
            <a:r>
              <a:rPr b="0" lang="en-US" sz="4400" strike="noStrike" u="none">
                <a:solidFill>
                  <a:srgbClr val="000000"/>
                </a:solidFill>
                <a:effectLst/>
                <a:uFillTx/>
                <a:latin typeface="Arial"/>
              </a:rPr>
              <a:t> </a:t>
            </a:r>
            <a:r>
              <a:rPr b="0" lang="en-US" sz="4400" strike="noStrike" u="none">
                <a:solidFill>
                  <a:srgbClr val="000000"/>
                </a:solidFill>
                <a:effectLst/>
                <a:uFillTx/>
                <a:latin typeface="Arial"/>
              </a:rPr>
              <a:t>t</a:t>
            </a:r>
            <a:r>
              <a:rPr b="0" lang="en-US" sz="4400" strike="noStrike" u="none">
                <a:solidFill>
                  <a:srgbClr val="000000"/>
                </a:solidFill>
                <a:effectLst/>
                <a:uFillTx/>
                <a:latin typeface="Arial"/>
              </a:rPr>
              <a:t>o</a:t>
            </a:r>
            <a:r>
              <a:rPr b="0" lang="en-US" sz="4400" strike="noStrike" u="none">
                <a:solidFill>
                  <a:srgbClr val="000000"/>
                </a:solidFill>
                <a:effectLst/>
                <a:uFillTx/>
                <a:latin typeface="Arial"/>
              </a:rPr>
              <a:t> </a:t>
            </a:r>
            <a:r>
              <a:rPr b="0" lang="en-US" sz="4400" strike="noStrike" u="none">
                <a:solidFill>
                  <a:srgbClr val="000000"/>
                </a:solidFill>
                <a:effectLst/>
                <a:uFillTx/>
                <a:latin typeface="Arial"/>
              </a:rPr>
              <a:t>e</a:t>
            </a:r>
            <a:r>
              <a:rPr b="0" lang="en-US" sz="4400" strike="noStrike" u="none">
                <a:solidFill>
                  <a:srgbClr val="000000"/>
                </a:solidFill>
                <a:effectLst/>
                <a:uFillTx/>
                <a:latin typeface="Arial"/>
              </a:rPr>
              <a:t>d</a:t>
            </a:r>
            <a:r>
              <a:rPr b="0" lang="en-US" sz="4400" strike="noStrike" u="none">
                <a:solidFill>
                  <a:srgbClr val="000000"/>
                </a:solidFill>
                <a:effectLst/>
                <a:uFillTx/>
                <a:latin typeface="Arial"/>
              </a:rPr>
              <a:t>i</a:t>
            </a:r>
            <a:r>
              <a:rPr b="0" lang="en-US" sz="4400" strike="noStrike" u="none">
                <a:solidFill>
                  <a:srgbClr val="000000"/>
                </a:solidFill>
                <a:effectLst/>
                <a:uFillTx/>
                <a:latin typeface="Arial"/>
              </a:rPr>
              <a:t>t</a:t>
            </a:r>
            <a:r>
              <a:rPr b="0" lang="en-US" sz="4400" strike="noStrike" u="none">
                <a:solidFill>
                  <a:srgbClr val="000000"/>
                </a:solidFill>
                <a:effectLst/>
                <a:uFillTx/>
                <a:latin typeface="Arial"/>
              </a:rPr>
              <a:t> </a:t>
            </a:r>
            <a:r>
              <a:rPr b="0" lang="en-US" sz="4400" strike="noStrike" u="none">
                <a:solidFill>
                  <a:srgbClr val="000000"/>
                </a:solidFill>
                <a:effectLst/>
                <a:uFillTx/>
                <a:latin typeface="Arial"/>
              </a:rPr>
              <a:t>t</a:t>
            </a:r>
            <a:r>
              <a:rPr b="0" lang="en-US" sz="4400" strike="noStrike" u="none">
                <a:solidFill>
                  <a:srgbClr val="000000"/>
                </a:solidFill>
                <a:effectLst/>
                <a:uFillTx/>
                <a:latin typeface="Arial"/>
              </a:rPr>
              <a:t>h</a:t>
            </a:r>
            <a:r>
              <a:rPr b="0" lang="en-US" sz="4400" strike="noStrike" u="none">
                <a:solidFill>
                  <a:srgbClr val="000000"/>
                </a:solidFill>
                <a:effectLst/>
                <a:uFillTx/>
                <a:latin typeface="Arial"/>
              </a:rPr>
              <a:t>e</a:t>
            </a:r>
            <a:r>
              <a:rPr b="0" lang="en-US" sz="4400" strike="noStrike" u="none">
                <a:solidFill>
                  <a:srgbClr val="000000"/>
                </a:solidFill>
                <a:effectLst/>
                <a:uFillTx/>
                <a:latin typeface="Arial"/>
              </a:rPr>
              <a:t> </a:t>
            </a:r>
            <a:r>
              <a:rPr b="0" lang="en-US" sz="4400" strike="noStrike" u="none">
                <a:solidFill>
                  <a:srgbClr val="000000"/>
                </a:solidFill>
                <a:effectLst/>
                <a:uFillTx/>
                <a:latin typeface="Arial"/>
              </a:rPr>
              <a:t>t</a:t>
            </a:r>
            <a:r>
              <a:rPr b="0" lang="en-US" sz="4400" strike="noStrike" u="none">
                <a:solidFill>
                  <a:srgbClr val="000000"/>
                </a:solidFill>
                <a:effectLst/>
                <a:uFillTx/>
                <a:latin typeface="Arial"/>
              </a:rPr>
              <a:t>i</a:t>
            </a:r>
            <a:r>
              <a:rPr b="0" lang="en-US" sz="4400" strike="noStrike" u="none">
                <a:solidFill>
                  <a:srgbClr val="000000"/>
                </a:solidFill>
                <a:effectLst/>
                <a:uFillTx/>
                <a:latin typeface="Arial"/>
              </a:rPr>
              <a:t>t</a:t>
            </a:r>
            <a:r>
              <a:rPr b="0" lang="en-US" sz="4400" strike="noStrike" u="none">
                <a:solidFill>
                  <a:srgbClr val="000000"/>
                </a:solidFill>
                <a:effectLst/>
                <a:uFillTx/>
                <a:latin typeface="Arial"/>
              </a:rPr>
              <a:t>l</a:t>
            </a:r>
            <a:r>
              <a:rPr b="0" lang="en-US" sz="4400" strike="noStrike" u="none">
                <a:solidFill>
                  <a:srgbClr val="000000"/>
                </a:solidFill>
                <a:effectLst/>
                <a:uFillTx/>
                <a:latin typeface="Arial"/>
              </a:rPr>
              <a:t>e</a:t>
            </a:r>
            <a:r>
              <a:rPr b="0" lang="en-US" sz="4400" strike="noStrike" u="none">
                <a:solidFill>
                  <a:srgbClr val="000000"/>
                </a:solidFill>
                <a:effectLst/>
                <a:uFillTx/>
                <a:latin typeface="Arial"/>
              </a:rPr>
              <a:t> </a:t>
            </a:r>
            <a:r>
              <a:rPr b="0" lang="en-US" sz="4400" strike="noStrike" u="none">
                <a:solidFill>
                  <a:srgbClr val="000000"/>
                </a:solidFill>
                <a:effectLst/>
                <a:uFillTx/>
                <a:latin typeface="Arial"/>
              </a:rPr>
              <a:t>t</a:t>
            </a:r>
            <a:r>
              <a:rPr b="0" lang="en-US" sz="4400" strike="noStrike" u="none">
                <a:solidFill>
                  <a:srgbClr val="000000"/>
                </a:solidFill>
                <a:effectLst/>
                <a:uFillTx/>
                <a:latin typeface="Arial"/>
              </a:rPr>
              <a:t>e</a:t>
            </a:r>
            <a:r>
              <a:rPr b="0" lang="en-US" sz="4400" strike="noStrike" u="none">
                <a:solidFill>
                  <a:srgbClr val="000000"/>
                </a:solidFill>
                <a:effectLst/>
                <a:uFillTx/>
                <a:latin typeface="Arial"/>
              </a:rPr>
              <a:t>x</a:t>
            </a:r>
            <a:r>
              <a:rPr b="0" lang="en-US" sz="4400" strike="noStrike" u="none">
                <a:solidFill>
                  <a:srgbClr val="000000"/>
                </a:solidFill>
                <a:effectLst/>
                <a:uFillTx/>
                <a:latin typeface="Arial"/>
              </a:rPr>
              <a:t>t</a:t>
            </a:r>
            <a:r>
              <a:rPr b="0" lang="en-US" sz="4400" strike="noStrike" u="none">
                <a:solidFill>
                  <a:srgbClr val="000000"/>
                </a:solidFill>
                <a:effectLst/>
                <a:uFillTx/>
                <a:latin typeface="Arial"/>
              </a:rPr>
              <a:t> </a:t>
            </a:r>
            <a:r>
              <a:rPr b="0" lang="en-US" sz="4400" strike="noStrike" u="none">
                <a:solidFill>
                  <a:srgbClr val="000000"/>
                </a:solidFill>
                <a:effectLst/>
                <a:uFillTx/>
                <a:latin typeface="Arial"/>
              </a:rPr>
              <a:t>f</a:t>
            </a:r>
            <a:r>
              <a:rPr b="0" lang="en-US" sz="4400" strike="noStrike" u="none">
                <a:solidFill>
                  <a:srgbClr val="000000"/>
                </a:solidFill>
                <a:effectLst/>
                <a:uFillTx/>
                <a:latin typeface="Arial"/>
              </a:rPr>
              <a:t>o</a:t>
            </a:r>
            <a:r>
              <a:rPr b="0" lang="en-US" sz="4400" strike="noStrike" u="none">
                <a:solidFill>
                  <a:srgbClr val="000000"/>
                </a:solidFill>
                <a:effectLst/>
                <a:uFillTx/>
                <a:latin typeface="Arial"/>
              </a:rPr>
              <a:t>r</a:t>
            </a:r>
            <a:r>
              <a:rPr b="0" lang="en-US" sz="4400" strike="noStrike" u="none">
                <a:solidFill>
                  <a:srgbClr val="000000"/>
                </a:solidFill>
                <a:effectLst/>
                <a:uFillTx/>
                <a:latin typeface="Arial"/>
              </a:rPr>
              <a:t>m</a:t>
            </a:r>
            <a:r>
              <a:rPr b="0" lang="en-US" sz="4400" strike="noStrike" u="none">
                <a:solidFill>
                  <a:srgbClr val="000000"/>
                </a:solidFill>
                <a:effectLst/>
                <a:uFillTx/>
                <a:latin typeface="Arial"/>
              </a:rPr>
              <a:t>a</a:t>
            </a:r>
            <a:r>
              <a:rPr b="0" lang="en-US" sz="4400" strike="noStrike" u="none">
                <a:solidFill>
                  <a:srgbClr val="000000"/>
                </a:solidFill>
                <a:effectLst/>
                <a:uFillTx/>
                <a:latin typeface="Arial"/>
              </a:rPr>
              <a:t>t</a:t>
            </a:r>
            <a:endParaRPr b="0" lang="en-US" sz="4400" strike="noStrike" u="none">
              <a:solidFill>
                <a:srgbClr val="000000"/>
              </a:solidFill>
              <a:effectLst/>
              <a:uFillTx/>
              <a:latin typeface="Arial"/>
            </a:endParaRPr>
          </a:p>
        </p:txBody>
      </p:sp>
      <p:sp>
        <p:nvSpPr>
          <p:cNvPr id="107"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rgbClr val="000000"/>
                </a:solidFill>
                <a:effectLst/>
                <a:uFillTx/>
                <a:latin typeface="Arial"/>
              </a:rPr>
              <a:t>Click to edit the outline text format</a:t>
            </a:r>
            <a:endParaRPr b="0" lang="en-US" sz="32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2800" strike="noStrike" u="none">
                <a:solidFill>
                  <a:srgbClr val="000000"/>
                </a:solidFill>
                <a:effectLst/>
                <a:uFillTx/>
                <a:latin typeface="Arial"/>
              </a:rPr>
              <a:t>Second Outline Level</a:t>
            </a:r>
            <a:endParaRPr b="0" lang="en-US" sz="2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2400" strike="noStrike" u="none">
                <a:solidFill>
                  <a:srgbClr val="000000"/>
                </a:solidFill>
                <a:effectLst/>
                <a:uFillTx/>
                <a:latin typeface="Arial"/>
              </a:rPr>
              <a:t>Third Outline Level</a:t>
            </a:r>
            <a:endParaRPr b="0" lang="en-US" sz="24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2000" strike="noStrike" u="none">
                <a:solidFill>
                  <a:srgbClr val="000000"/>
                </a:solidFill>
                <a:effectLst/>
                <a:uFillTx/>
                <a:latin typeface="Arial"/>
              </a:rPr>
              <a:t>Fourth Outline Level</a:t>
            </a:r>
            <a:endParaRPr b="0" lang="en-US" sz="20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Fifth Outline Level</a:t>
            </a:r>
            <a:endParaRPr b="0" lang="en-US" sz="20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Sixth Outline Level</a:t>
            </a:r>
            <a:endParaRPr b="0" lang="en-US" sz="20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Seventh Outline Level</a:t>
            </a:r>
            <a:endParaRPr b="0" lang="en-US" sz="2000" strike="noStrike" u="none">
              <a:solidFill>
                <a:srgbClr val="000000"/>
              </a:solidFill>
              <a:effectLst/>
              <a:uFillTx/>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5">
    <p:bg>
      <p:bgPr>
        <a:solidFill>
          <a:srgbClr val="ffffff"/>
        </a:solidFill>
      </p:bgPr>
    </p:bg>
    <p:spTree>
      <p:nvGrpSpPr>
        <p:cNvPr id="1" name=""/>
        <p:cNvGrpSpPr/>
        <p:nvPr/>
      </p:nvGrpSpPr>
      <p:grpSpPr>
        <a:xfrm>
          <a:off x="0" y="0"/>
          <a:ext cx="0" cy="0"/>
          <a:chOff x="0" y="0"/>
          <a:chExt cx="0" cy="0"/>
        </a:xfrm>
      </p:grpSpPr>
      <p:sp>
        <p:nvSpPr>
          <p:cNvPr id="108"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li</a:t>
            </a:r>
            <a:r>
              <a:rPr b="0" lang="en-US" sz="1800" strike="noStrike" u="none">
                <a:solidFill>
                  <a:srgbClr val="000000"/>
                </a:solidFill>
                <a:effectLst/>
                <a:uFillTx/>
                <a:latin typeface="Arial"/>
              </a:rPr>
              <a:t>c</a:t>
            </a:r>
            <a:r>
              <a:rPr b="0" lang="en-US" sz="1800" strike="noStrike" u="none">
                <a:solidFill>
                  <a:srgbClr val="000000"/>
                </a:solidFill>
                <a:effectLst/>
                <a:uFillTx/>
                <a:latin typeface="Arial"/>
              </a:rPr>
              <a:t>k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o </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d</a:t>
            </a:r>
            <a:r>
              <a:rPr b="0" lang="en-US" sz="1800" strike="noStrike" u="none">
                <a:solidFill>
                  <a:srgbClr val="000000"/>
                </a:solidFill>
                <a:effectLst/>
                <a:uFillTx/>
                <a:latin typeface="Arial"/>
              </a:rPr>
              <a:t>it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h</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ti</a:t>
            </a:r>
            <a:r>
              <a:rPr b="0" lang="en-US" sz="1800" strike="noStrike" u="none">
                <a:solidFill>
                  <a:srgbClr val="000000"/>
                </a:solidFill>
                <a:effectLst/>
                <a:uFillTx/>
                <a:latin typeface="Arial"/>
              </a:rPr>
              <a:t>tl</a:t>
            </a:r>
            <a:r>
              <a:rPr b="0" lang="en-US" sz="1800" strike="noStrike" u="none">
                <a:solidFill>
                  <a:srgbClr val="000000"/>
                </a:solidFill>
                <a:effectLst/>
                <a:uFillTx/>
                <a:latin typeface="Arial"/>
              </a:rPr>
              <a:t>e </a:t>
            </a:r>
            <a:r>
              <a:rPr b="0" lang="en-US" sz="1800" strike="noStrike" u="none">
                <a:solidFill>
                  <a:srgbClr val="000000"/>
                </a:solidFill>
                <a:effectLst/>
                <a:uFillTx/>
                <a:latin typeface="Arial"/>
              </a:rPr>
              <a:t>t</a:t>
            </a:r>
            <a:r>
              <a:rPr b="0" lang="en-US" sz="1800" strike="noStrike" u="none">
                <a:solidFill>
                  <a:srgbClr val="000000"/>
                </a:solidFill>
                <a:effectLst/>
                <a:uFillTx/>
                <a:latin typeface="Arial"/>
              </a:rPr>
              <a:t>e</a:t>
            </a:r>
            <a:r>
              <a:rPr b="0" lang="en-US" sz="1800" strike="noStrike" u="none">
                <a:solidFill>
                  <a:srgbClr val="000000"/>
                </a:solidFill>
                <a:effectLst/>
                <a:uFillTx/>
                <a:latin typeface="Arial"/>
              </a:rPr>
              <a:t>x</a:t>
            </a:r>
            <a:r>
              <a:rPr b="0" lang="en-US" sz="1800" strike="noStrike" u="none">
                <a:solidFill>
                  <a:srgbClr val="000000"/>
                </a:solidFill>
                <a:effectLst/>
                <a:uFillTx/>
                <a:latin typeface="Arial"/>
              </a:rPr>
              <a:t>t </a:t>
            </a:r>
            <a:r>
              <a:rPr b="0" lang="en-US" sz="1800" strike="noStrike" u="none">
                <a:solidFill>
                  <a:srgbClr val="000000"/>
                </a:solidFill>
                <a:effectLst/>
                <a:uFillTx/>
                <a:latin typeface="Arial"/>
              </a:rPr>
              <a:t>f</a:t>
            </a:r>
            <a:r>
              <a:rPr b="0" lang="en-US" sz="1800" strike="noStrike" u="none">
                <a:solidFill>
                  <a:srgbClr val="000000"/>
                </a:solidFill>
                <a:effectLst/>
                <a:uFillTx/>
                <a:latin typeface="Arial"/>
              </a:rPr>
              <a:t>o</a:t>
            </a:r>
            <a:r>
              <a:rPr b="0" lang="en-US" sz="1800" strike="noStrike" u="none">
                <a:solidFill>
                  <a:srgbClr val="000000"/>
                </a:solidFill>
                <a:effectLst/>
                <a:uFillTx/>
                <a:latin typeface="Arial"/>
              </a:rPr>
              <a:t>r</a:t>
            </a:r>
            <a:r>
              <a:rPr b="0" lang="en-US" sz="1800" strike="noStrike" u="none">
                <a:solidFill>
                  <a:srgbClr val="000000"/>
                </a:solidFill>
                <a:effectLst/>
                <a:uFillTx/>
                <a:latin typeface="Arial"/>
              </a:rPr>
              <a:t>m</a:t>
            </a:r>
            <a:r>
              <a:rPr b="0" lang="en-US" sz="1800" strike="noStrike" u="none">
                <a:solidFill>
                  <a:srgbClr val="000000"/>
                </a:solidFill>
                <a:effectLst/>
                <a:uFillTx/>
                <a:latin typeface="Arial"/>
              </a:rPr>
              <a:t>a</a:t>
            </a:r>
            <a:r>
              <a:rPr b="0" lang="en-US" sz="1800" strike="noStrike" u="none">
                <a:solidFill>
                  <a:srgbClr val="000000"/>
                </a:solidFill>
                <a:effectLst/>
                <a:uFillTx/>
                <a:latin typeface="Arial"/>
              </a:rPr>
              <a:t>t</a:t>
            </a:r>
            <a:endParaRPr b="0" lang="en-US" sz="1800" strike="noStrike" u="none">
              <a:solidFill>
                <a:srgbClr val="000000"/>
              </a:solidFill>
              <a:effectLst/>
              <a:uFillTx/>
              <a:latin typeface="Arial"/>
            </a:endParaRPr>
          </a:p>
        </p:txBody>
      </p:sp>
      <p:sp>
        <p:nvSpPr>
          <p:cNvPr id="109" name="PlaceHolder 2"/>
          <p:cNvSpPr>
            <a:spLocks noGrp="1"/>
          </p:cNvSpPr>
          <p:nvPr>
            <p:ph type="ftr" idx="52"/>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10" name="PlaceHolder 3"/>
          <p:cNvSpPr>
            <a:spLocks noGrp="1"/>
          </p:cNvSpPr>
          <p:nvPr>
            <p:ph type="sldNum" idx="53"/>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6D75DF85-6007-4581-A8E4-5B5CA61FC3BF}"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11" name="PlaceHolder 4"/>
          <p:cNvSpPr>
            <a:spLocks noGrp="1"/>
          </p:cNvSpPr>
          <p:nvPr>
            <p:ph type="dt" idx="54"/>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6">
    <p:bg>
      <p:bgPr>
        <a:solidFill>
          <a:srgbClr val="ffffff"/>
        </a:solidFill>
      </p:bgPr>
    </p:bg>
    <p:spTree>
      <p:nvGrpSpPr>
        <p:cNvPr id="1" name=""/>
        <p:cNvGrpSpPr/>
        <p:nvPr/>
      </p:nvGrpSpPr>
      <p:grpSpPr>
        <a:xfrm>
          <a:off x="0" y="0"/>
          <a:ext cx="0" cy="0"/>
          <a:chOff x="0" y="0"/>
          <a:chExt cx="0" cy="0"/>
        </a:xfrm>
      </p:grpSpPr>
      <p:sp>
        <p:nvSpPr>
          <p:cNvPr id="112"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13"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14" name="PlaceHolder 3"/>
          <p:cNvSpPr>
            <a:spLocks noGrp="1"/>
          </p:cNvSpPr>
          <p:nvPr>
            <p:ph type="ftr" idx="55"/>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15" name="PlaceHolder 4"/>
          <p:cNvSpPr>
            <a:spLocks noGrp="1"/>
          </p:cNvSpPr>
          <p:nvPr>
            <p:ph type="sldNum" idx="56"/>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5D28BB43-9200-427D-8CC3-E9DB98DCFE8A}"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16" name="PlaceHolder 5"/>
          <p:cNvSpPr>
            <a:spLocks noGrp="1"/>
          </p:cNvSpPr>
          <p:nvPr>
            <p:ph type="dt" idx="57"/>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7">
    <p:bg>
      <p:bgPr>
        <a:solidFill>
          <a:srgbClr val="ffffff"/>
        </a:solidFill>
      </p:bgPr>
    </p:bg>
    <p:spTree>
      <p:nvGrpSpPr>
        <p:cNvPr id="1" name=""/>
        <p:cNvGrpSpPr/>
        <p:nvPr/>
      </p:nvGrpSpPr>
      <p:grpSpPr>
        <a:xfrm>
          <a:off x="0" y="0"/>
          <a:ext cx="0" cy="0"/>
          <a:chOff x="0" y="0"/>
          <a:chExt cx="0" cy="0"/>
        </a:xfrm>
      </p:grpSpPr>
      <p:sp>
        <p:nvSpPr>
          <p:cNvPr id="117"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18"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19"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20" name="PlaceHolder 4"/>
          <p:cNvSpPr>
            <a:spLocks noGrp="1"/>
          </p:cNvSpPr>
          <p:nvPr>
            <p:ph type="ftr" idx="58"/>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21" name="PlaceHolder 5"/>
          <p:cNvSpPr>
            <a:spLocks noGrp="1"/>
          </p:cNvSpPr>
          <p:nvPr>
            <p:ph type="sldNum" idx="59"/>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4317B3D8-0ADF-4714-AC29-1085A413D200}"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22" name="PlaceHolder 6"/>
          <p:cNvSpPr>
            <a:spLocks noGrp="1"/>
          </p:cNvSpPr>
          <p:nvPr>
            <p:ph type="dt" idx="60"/>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8">
    <p:bg>
      <p:bgPr>
        <a:solidFill>
          <a:srgbClr val="ffffff"/>
        </a:solidFill>
      </p:bgPr>
    </p:bg>
    <p:spTree>
      <p:nvGrpSpPr>
        <p:cNvPr id="1" name=""/>
        <p:cNvGrpSpPr/>
        <p:nvPr/>
      </p:nvGrpSpPr>
      <p:grpSpPr>
        <a:xfrm>
          <a:off x="0" y="0"/>
          <a:ext cx="0" cy="0"/>
          <a:chOff x="0" y="0"/>
          <a:chExt cx="0" cy="0"/>
        </a:xfrm>
      </p:grpSpPr>
      <p:sp>
        <p:nvSpPr>
          <p:cNvPr id="123"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24" name="PlaceHolder 2"/>
          <p:cNvSpPr>
            <a:spLocks noGrp="1"/>
          </p:cNvSpPr>
          <p:nvPr>
            <p:ph type="ftr" idx="61"/>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25" name="PlaceHolder 3"/>
          <p:cNvSpPr>
            <a:spLocks noGrp="1"/>
          </p:cNvSpPr>
          <p:nvPr>
            <p:ph type="sldNum" idx="62"/>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FD26B805-A17D-4193-99E5-09242550B4F6}"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26" name="PlaceHolder 4"/>
          <p:cNvSpPr>
            <a:spLocks noGrp="1"/>
          </p:cNvSpPr>
          <p:nvPr>
            <p:ph type="dt" idx="63"/>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mediaAndTx" preserve="1">
  <p:cSld name="Default 9">
    <p:bg>
      <p:bgPr>
        <a:solidFill>
          <a:srgbClr val="ffffff"/>
        </a:solidFill>
      </p:bgPr>
    </p:bg>
    <p:spTree>
      <p:nvGrpSpPr>
        <p:cNvPr id="1" name=""/>
        <p:cNvGrpSpPr/>
        <p:nvPr/>
      </p:nvGrpSpPr>
      <p:grpSpPr>
        <a:xfrm>
          <a:off x="0" y="0"/>
          <a:ext cx="0" cy="0"/>
          <a:chOff x="0" y="0"/>
          <a:chExt cx="0" cy="0"/>
        </a:xfrm>
      </p:grpSpPr>
      <p:sp>
        <p:nvSpPr>
          <p:cNvPr id="127" name="PlaceHolder 1"/>
          <p:cNvSpPr>
            <a:spLocks noGrp="1"/>
          </p:cNvSpPr>
          <p:nvPr>
            <p:ph type="ftr" idx="64"/>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28" name="PlaceHolder 2"/>
          <p:cNvSpPr>
            <a:spLocks noGrp="1"/>
          </p:cNvSpPr>
          <p:nvPr>
            <p:ph type="sldNum" idx="65"/>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55F4D137-820C-4668-A803-00B11E35C241}"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29" name="PlaceHolder 3"/>
          <p:cNvSpPr>
            <a:spLocks noGrp="1"/>
          </p:cNvSpPr>
          <p:nvPr>
            <p:ph type="dt" idx="66"/>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10">
    <p:bg>
      <p:bgPr>
        <a:solidFill>
          <a:srgbClr val="ffffff"/>
        </a:solidFill>
      </p:bgPr>
    </p:bg>
    <p:spTree>
      <p:nvGrpSpPr>
        <p:cNvPr id="1" name=""/>
        <p:cNvGrpSpPr/>
        <p:nvPr/>
      </p:nvGrpSpPr>
      <p:grpSpPr>
        <a:xfrm>
          <a:off x="0" y="0"/>
          <a:ext cx="0" cy="0"/>
          <a:chOff x="0" y="0"/>
          <a:chExt cx="0" cy="0"/>
        </a:xfrm>
      </p:grpSpPr>
      <p:sp>
        <p:nvSpPr>
          <p:cNvPr id="130"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31" name="PlaceHolder 2"/>
          <p:cNvSpPr>
            <a:spLocks noGrp="1"/>
          </p:cNvSpPr>
          <p:nvPr>
            <p:ph type="body"/>
          </p:nvPr>
        </p:nvSpPr>
        <p:spPr>
          <a:xfrm>
            <a:off x="60948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32"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33" name="PlaceHolder 4"/>
          <p:cNvSpPr>
            <a:spLocks noGrp="1"/>
          </p:cNvSpPr>
          <p:nvPr>
            <p:ph type="body"/>
          </p:nvPr>
        </p:nvSpPr>
        <p:spPr>
          <a:xfrm>
            <a:off x="609480" y="368208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34" name="PlaceHolder 5"/>
          <p:cNvSpPr>
            <a:spLocks noGrp="1"/>
          </p:cNvSpPr>
          <p:nvPr>
            <p:ph type="ftr" idx="67"/>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35" name="PlaceHolder 6"/>
          <p:cNvSpPr>
            <a:spLocks noGrp="1"/>
          </p:cNvSpPr>
          <p:nvPr>
            <p:ph type="sldNum" idx="68"/>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224CE32D-5EF7-4EA2-B47C-B9BD15FD4733}"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36" name="PlaceHolder 7"/>
          <p:cNvSpPr>
            <a:spLocks noGrp="1"/>
          </p:cNvSpPr>
          <p:nvPr>
            <p:ph type="dt" idx="69"/>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11">
    <p:bg>
      <p:bgPr>
        <a:solidFill>
          <a:srgbClr val="ffffff"/>
        </a:solidFill>
      </p:bgPr>
    </p:bg>
    <p:spTree>
      <p:nvGrpSpPr>
        <p:cNvPr id="1" name=""/>
        <p:cNvGrpSpPr/>
        <p:nvPr/>
      </p:nvGrpSpPr>
      <p:grpSpPr>
        <a:xfrm>
          <a:off x="0" y="0"/>
          <a:ext cx="0" cy="0"/>
          <a:chOff x="0" y="0"/>
          <a:chExt cx="0" cy="0"/>
        </a:xfrm>
      </p:grpSpPr>
      <p:sp>
        <p:nvSpPr>
          <p:cNvPr id="137"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38"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39" name="PlaceHolder 3"/>
          <p:cNvSpPr>
            <a:spLocks noGrp="1"/>
          </p:cNvSpPr>
          <p:nvPr>
            <p:ph type="body"/>
          </p:nvPr>
        </p:nvSpPr>
        <p:spPr>
          <a:xfrm>
            <a:off x="623196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40" name="PlaceHolder 4"/>
          <p:cNvSpPr>
            <a:spLocks noGrp="1"/>
          </p:cNvSpPr>
          <p:nvPr>
            <p:ph type="body"/>
          </p:nvPr>
        </p:nvSpPr>
        <p:spPr>
          <a:xfrm>
            <a:off x="6231960" y="368208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41" name="PlaceHolder 5"/>
          <p:cNvSpPr>
            <a:spLocks noGrp="1"/>
          </p:cNvSpPr>
          <p:nvPr>
            <p:ph type="ftr" idx="70"/>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42" name="PlaceHolder 6"/>
          <p:cNvSpPr>
            <a:spLocks noGrp="1"/>
          </p:cNvSpPr>
          <p:nvPr>
            <p:ph type="sldNum" idx="71"/>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16485E81-A658-4ACC-9B17-9F69A6808468}"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43" name="PlaceHolder 7"/>
          <p:cNvSpPr>
            <a:spLocks noGrp="1"/>
          </p:cNvSpPr>
          <p:nvPr>
            <p:ph type="dt" idx="72"/>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Default 12">
    <p:bg>
      <p:bgPr>
        <a:solidFill>
          <a:srgbClr val="ffffff"/>
        </a:solidFill>
      </p:bgPr>
    </p:bg>
    <p:spTree>
      <p:nvGrpSpPr>
        <p:cNvPr id="1" name=""/>
        <p:cNvGrpSpPr/>
        <p:nvPr/>
      </p:nvGrpSpPr>
      <p:grpSpPr>
        <a:xfrm>
          <a:off x="0" y="0"/>
          <a:ext cx="0" cy="0"/>
          <a:chOff x="0" y="0"/>
          <a:chExt cx="0" cy="0"/>
        </a:xfrm>
      </p:grpSpPr>
      <p:sp>
        <p:nvSpPr>
          <p:cNvPr id="144"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45" name="PlaceHolder 2"/>
          <p:cNvSpPr>
            <a:spLocks noGrp="1"/>
          </p:cNvSpPr>
          <p:nvPr>
            <p:ph type="body"/>
          </p:nvPr>
        </p:nvSpPr>
        <p:spPr>
          <a:xfrm>
            <a:off x="60948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46" name="PlaceHolder 3"/>
          <p:cNvSpPr>
            <a:spLocks noGrp="1"/>
          </p:cNvSpPr>
          <p:nvPr>
            <p:ph type="body"/>
          </p:nvPr>
        </p:nvSpPr>
        <p:spPr>
          <a:xfrm>
            <a:off x="623196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47" name="PlaceHolder 4"/>
          <p:cNvSpPr>
            <a:spLocks noGrp="1"/>
          </p:cNvSpPr>
          <p:nvPr>
            <p:ph type="body"/>
          </p:nvPr>
        </p:nvSpPr>
        <p:spPr>
          <a:xfrm>
            <a:off x="609480" y="3682080"/>
            <a:ext cx="1097208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48" name="PlaceHolder 5"/>
          <p:cNvSpPr>
            <a:spLocks noGrp="1"/>
          </p:cNvSpPr>
          <p:nvPr>
            <p:ph type="ftr" idx="73"/>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49" name="PlaceHolder 6"/>
          <p:cNvSpPr>
            <a:spLocks noGrp="1"/>
          </p:cNvSpPr>
          <p:nvPr>
            <p:ph type="sldNum" idx="74"/>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B79C84A4-9674-4C64-BD3B-B855CCA8B06A}"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50" name="PlaceHolder 7"/>
          <p:cNvSpPr>
            <a:spLocks noGrp="1"/>
          </p:cNvSpPr>
          <p:nvPr>
            <p:ph type="dt" idx="75"/>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Default 13">
    <p:bg>
      <p:bgPr>
        <a:solidFill>
          <a:srgbClr val="ffffff"/>
        </a:solidFill>
      </p:bgPr>
    </p:bg>
    <p:spTree>
      <p:nvGrpSpPr>
        <p:cNvPr id="1" name=""/>
        <p:cNvGrpSpPr/>
        <p:nvPr/>
      </p:nvGrpSpPr>
      <p:grpSpPr>
        <a:xfrm>
          <a:off x="0" y="0"/>
          <a:ext cx="0" cy="0"/>
          <a:chOff x="0" y="0"/>
          <a:chExt cx="0" cy="0"/>
        </a:xfrm>
      </p:grpSpPr>
      <p:sp>
        <p:nvSpPr>
          <p:cNvPr id="151"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52" name="PlaceHolder 2"/>
          <p:cNvSpPr>
            <a:spLocks noGrp="1"/>
          </p:cNvSpPr>
          <p:nvPr>
            <p:ph type="body"/>
          </p:nvPr>
        </p:nvSpPr>
        <p:spPr>
          <a:xfrm>
            <a:off x="609480" y="1604520"/>
            <a:ext cx="1097208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53" name="PlaceHolder 3"/>
          <p:cNvSpPr>
            <a:spLocks noGrp="1"/>
          </p:cNvSpPr>
          <p:nvPr>
            <p:ph type="body"/>
          </p:nvPr>
        </p:nvSpPr>
        <p:spPr>
          <a:xfrm>
            <a:off x="609480" y="3682080"/>
            <a:ext cx="1097208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54" name="PlaceHolder 4"/>
          <p:cNvSpPr>
            <a:spLocks noGrp="1"/>
          </p:cNvSpPr>
          <p:nvPr>
            <p:ph type="ftr" idx="76"/>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55" name="PlaceHolder 5"/>
          <p:cNvSpPr>
            <a:spLocks noGrp="1"/>
          </p:cNvSpPr>
          <p:nvPr>
            <p:ph type="sldNum" idx="77"/>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D6D6D145-A1E6-459F-8E0B-59307FF3442F}"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56" name="PlaceHolder 6"/>
          <p:cNvSpPr>
            <a:spLocks noGrp="1"/>
          </p:cNvSpPr>
          <p:nvPr>
            <p:ph type="dt" idx="78"/>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Default 14">
    <p:bg>
      <p:bgPr>
        <a:solidFill>
          <a:srgbClr val="ffffff"/>
        </a:solidFill>
      </p:bgPr>
    </p:bg>
    <p:spTree>
      <p:nvGrpSpPr>
        <p:cNvPr id="1" name=""/>
        <p:cNvGrpSpPr/>
        <p:nvPr/>
      </p:nvGrpSpPr>
      <p:grpSpPr>
        <a:xfrm>
          <a:off x="0" y="0"/>
          <a:ext cx="0" cy="0"/>
          <a:chOff x="0" y="0"/>
          <a:chExt cx="0" cy="0"/>
        </a:xfrm>
      </p:grpSpPr>
      <p:sp>
        <p:nvSpPr>
          <p:cNvPr id="157"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58" name="PlaceHolder 2"/>
          <p:cNvSpPr>
            <a:spLocks noGrp="1"/>
          </p:cNvSpPr>
          <p:nvPr>
            <p:ph type="body"/>
          </p:nvPr>
        </p:nvSpPr>
        <p:spPr>
          <a:xfrm>
            <a:off x="60948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59" name="PlaceHolder 3"/>
          <p:cNvSpPr>
            <a:spLocks noGrp="1"/>
          </p:cNvSpPr>
          <p:nvPr>
            <p:ph type="body"/>
          </p:nvPr>
        </p:nvSpPr>
        <p:spPr>
          <a:xfrm>
            <a:off x="623196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60" name="PlaceHolder 4"/>
          <p:cNvSpPr>
            <a:spLocks noGrp="1"/>
          </p:cNvSpPr>
          <p:nvPr>
            <p:ph type="body"/>
          </p:nvPr>
        </p:nvSpPr>
        <p:spPr>
          <a:xfrm>
            <a:off x="609480" y="368208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61" name="PlaceHolder 5"/>
          <p:cNvSpPr>
            <a:spLocks noGrp="1"/>
          </p:cNvSpPr>
          <p:nvPr>
            <p:ph type="body"/>
          </p:nvPr>
        </p:nvSpPr>
        <p:spPr>
          <a:xfrm>
            <a:off x="6231960" y="368208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62" name="PlaceHolder 6"/>
          <p:cNvSpPr>
            <a:spLocks noGrp="1"/>
          </p:cNvSpPr>
          <p:nvPr>
            <p:ph type="ftr" idx="79"/>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63" name="PlaceHolder 7"/>
          <p:cNvSpPr>
            <a:spLocks noGrp="1"/>
          </p:cNvSpPr>
          <p:nvPr>
            <p:ph type="sldNum" idx="80"/>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930C8743-F628-498D-A57F-3D479E741AED}"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64" name="PlaceHolder 8"/>
          <p:cNvSpPr>
            <a:spLocks noGrp="1"/>
          </p:cNvSpPr>
          <p:nvPr>
            <p:ph type="dt" idx="81"/>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5">
    <p:bg>
      <p:bgPr>
        <a:solidFill>
          <a:srgbClr val="ffffff"/>
        </a:solidFill>
      </p:bgPr>
    </p:bg>
    <p:spTree>
      <p:nvGrpSpPr>
        <p:cNvPr id="1" name=""/>
        <p:cNvGrpSpPr/>
        <p:nvPr/>
      </p:nvGrpSpPr>
      <p:grpSpPr>
        <a:xfrm>
          <a:off x="0" y="0"/>
          <a:ext cx="0" cy="0"/>
          <a:chOff x="0" y="0"/>
          <a:chExt cx="0" cy="0"/>
        </a:xfrm>
      </p:grpSpPr>
      <p:sp>
        <p:nvSpPr>
          <p:cNvPr id="165"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66" name="PlaceHolder 2"/>
          <p:cNvSpPr>
            <a:spLocks noGrp="1"/>
          </p:cNvSpPr>
          <p:nvPr>
            <p:ph type="body"/>
          </p:nvPr>
        </p:nvSpPr>
        <p:spPr>
          <a:xfrm>
            <a:off x="609480" y="160452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67" name="PlaceHolder 3"/>
          <p:cNvSpPr>
            <a:spLocks noGrp="1"/>
          </p:cNvSpPr>
          <p:nvPr>
            <p:ph type="body"/>
          </p:nvPr>
        </p:nvSpPr>
        <p:spPr>
          <a:xfrm>
            <a:off x="4319640" y="160452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68" name="PlaceHolder 4"/>
          <p:cNvSpPr>
            <a:spLocks noGrp="1"/>
          </p:cNvSpPr>
          <p:nvPr>
            <p:ph type="body"/>
          </p:nvPr>
        </p:nvSpPr>
        <p:spPr>
          <a:xfrm>
            <a:off x="8029800" y="160452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69" name="PlaceHolder 5"/>
          <p:cNvSpPr>
            <a:spLocks noGrp="1"/>
          </p:cNvSpPr>
          <p:nvPr>
            <p:ph type="body"/>
          </p:nvPr>
        </p:nvSpPr>
        <p:spPr>
          <a:xfrm>
            <a:off x="609480" y="368208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70" name="PlaceHolder 6"/>
          <p:cNvSpPr>
            <a:spLocks noGrp="1"/>
          </p:cNvSpPr>
          <p:nvPr>
            <p:ph type="body"/>
          </p:nvPr>
        </p:nvSpPr>
        <p:spPr>
          <a:xfrm>
            <a:off x="4319640" y="368208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71" name="PlaceHolder 7"/>
          <p:cNvSpPr>
            <a:spLocks noGrp="1"/>
          </p:cNvSpPr>
          <p:nvPr>
            <p:ph type="body"/>
          </p:nvPr>
        </p:nvSpPr>
        <p:spPr>
          <a:xfrm>
            <a:off x="8029800" y="3682080"/>
            <a:ext cx="3532680" cy="1896480"/>
          </a:xfrm>
          <a:prstGeom prst="rect">
            <a:avLst/>
          </a:prstGeom>
          <a:noFill/>
          <a:ln w="0">
            <a:noFill/>
          </a:ln>
        </p:spPr>
        <p:txBody>
          <a:bodyPr lIns="0" rIns="0" tIns="0" bIns="0" anchor="t">
            <a:normAutofit fontScale="6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72" name="PlaceHolder 8"/>
          <p:cNvSpPr>
            <a:spLocks noGrp="1"/>
          </p:cNvSpPr>
          <p:nvPr>
            <p:ph type="ftr" idx="82"/>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73" name="PlaceHolder 9"/>
          <p:cNvSpPr>
            <a:spLocks noGrp="1"/>
          </p:cNvSpPr>
          <p:nvPr>
            <p:ph type="sldNum" idx="83"/>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0B02575C-0EF5-48BB-9B14-4DDC35D78A6B}"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74" name="PlaceHolder 10"/>
          <p:cNvSpPr>
            <a:spLocks noGrp="1"/>
          </p:cNvSpPr>
          <p:nvPr>
            <p:ph type="dt" idx="84"/>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6">
    <p:bg>
      <p:bgPr>
        <a:solidFill>
          <a:srgbClr val="ffffff"/>
        </a:solidFill>
      </p:bgPr>
    </p:bg>
    <p:spTree>
      <p:nvGrpSpPr>
        <p:cNvPr id="1" name=""/>
        <p:cNvGrpSpPr/>
        <p:nvPr/>
      </p:nvGrpSpPr>
      <p:grpSpPr>
        <a:xfrm>
          <a:off x="0" y="0"/>
          <a:ext cx="0" cy="0"/>
          <a:chOff x="0" y="0"/>
          <a:chExt cx="0" cy="0"/>
        </a:xfrm>
      </p:grpSpPr>
      <p:sp>
        <p:nvSpPr>
          <p:cNvPr id="175" name="PlaceHolder 1"/>
          <p:cNvSpPr>
            <a:spLocks noGrp="1"/>
          </p:cNvSpPr>
          <p:nvPr>
            <p:ph type="ftr" idx="85"/>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76" name="PlaceHolder 2"/>
          <p:cNvSpPr>
            <a:spLocks noGrp="1"/>
          </p:cNvSpPr>
          <p:nvPr>
            <p:ph type="sldNum" idx="86"/>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4BBC6483-D9E8-40F7-A21C-90B2AACDF624}"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77" name="PlaceHolder 3"/>
          <p:cNvSpPr>
            <a:spLocks noGrp="1"/>
          </p:cNvSpPr>
          <p:nvPr>
            <p:ph type="dt" idx="87"/>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17">
    <p:bg>
      <p:bgPr>
        <a:solidFill>
          <a:srgbClr val="ffffff"/>
        </a:solidFill>
      </p:bgPr>
    </p:bg>
    <p:spTree>
      <p:nvGrpSpPr>
        <p:cNvPr id="1" name=""/>
        <p:cNvGrpSpPr/>
        <p:nvPr/>
      </p:nvGrpSpPr>
      <p:grpSpPr>
        <a:xfrm>
          <a:off x="0" y="0"/>
          <a:ext cx="0" cy="0"/>
          <a:chOff x="0" y="0"/>
          <a:chExt cx="0" cy="0"/>
        </a:xfrm>
      </p:grpSpPr>
      <p:sp>
        <p:nvSpPr>
          <p:cNvPr id="178"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79" name="PlaceHolder 2"/>
          <p:cNvSpPr>
            <a:spLocks noGrp="1"/>
          </p:cNvSpPr>
          <p:nvPr>
            <p:ph type="ftr" idx="88"/>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80" name="PlaceHolder 3"/>
          <p:cNvSpPr>
            <a:spLocks noGrp="1"/>
          </p:cNvSpPr>
          <p:nvPr>
            <p:ph type="sldNum" idx="89"/>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24BC8EB2-1C97-4E8A-8BED-CDCB8A55FBC9}"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81" name="PlaceHolder 4"/>
          <p:cNvSpPr>
            <a:spLocks noGrp="1"/>
          </p:cNvSpPr>
          <p:nvPr>
            <p:ph type="dt" idx="90"/>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18">
    <p:bg>
      <p:bgPr>
        <a:solidFill>
          <a:srgbClr val="ffffff"/>
        </a:solidFill>
      </p:bgPr>
    </p:bg>
    <p:spTree>
      <p:nvGrpSpPr>
        <p:cNvPr id="1" name=""/>
        <p:cNvGrpSpPr/>
        <p:nvPr/>
      </p:nvGrpSpPr>
      <p:grpSpPr>
        <a:xfrm>
          <a:off x="0" y="0"/>
          <a:ext cx="0" cy="0"/>
          <a:chOff x="0" y="0"/>
          <a:chExt cx="0" cy="0"/>
        </a:xfrm>
      </p:grpSpPr>
      <p:sp>
        <p:nvSpPr>
          <p:cNvPr id="182"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83"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84" name="PlaceHolder 3"/>
          <p:cNvSpPr>
            <a:spLocks noGrp="1"/>
          </p:cNvSpPr>
          <p:nvPr>
            <p:ph type="ftr" idx="91"/>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85" name="PlaceHolder 4"/>
          <p:cNvSpPr>
            <a:spLocks noGrp="1"/>
          </p:cNvSpPr>
          <p:nvPr>
            <p:ph type="sldNum" idx="92"/>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AA83A0B9-4416-4D0D-BEAA-3DAB43EC6F50}"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86" name="PlaceHolder 5"/>
          <p:cNvSpPr>
            <a:spLocks noGrp="1"/>
          </p:cNvSpPr>
          <p:nvPr>
            <p:ph type="dt" idx="93"/>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19">
    <p:bg>
      <p:bgPr>
        <a:solidFill>
          <a:srgbClr val="ffffff"/>
        </a:solidFill>
      </p:bgPr>
    </p:bg>
    <p:spTree>
      <p:nvGrpSpPr>
        <p:cNvPr id="1" name=""/>
        <p:cNvGrpSpPr/>
        <p:nvPr/>
      </p:nvGrpSpPr>
      <p:grpSpPr>
        <a:xfrm>
          <a:off x="0" y="0"/>
          <a:ext cx="0" cy="0"/>
          <a:chOff x="0" y="0"/>
          <a:chExt cx="0" cy="0"/>
        </a:xfrm>
      </p:grpSpPr>
      <p:sp>
        <p:nvSpPr>
          <p:cNvPr id="187"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88"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89"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190" name="PlaceHolder 4"/>
          <p:cNvSpPr>
            <a:spLocks noGrp="1"/>
          </p:cNvSpPr>
          <p:nvPr>
            <p:ph type="ftr" idx="94"/>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91" name="PlaceHolder 5"/>
          <p:cNvSpPr>
            <a:spLocks noGrp="1"/>
          </p:cNvSpPr>
          <p:nvPr>
            <p:ph type="sldNum" idx="95"/>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3D9A2AC4-6E30-47AB-B1CF-44AB7632C3BF}"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92" name="PlaceHolder 6"/>
          <p:cNvSpPr>
            <a:spLocks noGrp="1"/>
          </p:cNvSpPr>
          <p:nvPr>
            <p:ph type="dt" idx="96"/>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20">
    <p:bg>
      <p:bgPr>
        <a:solidFill>
          <a:srgbClr val="ffffff"/>
        </a:solidFill>
      </p:bgPr>
    </p:bg>
    <p:spTree>
      <p:nvGrpSpPr>
        <p:cNvPr id="1" name=""/>
        <p:cNvGrpSpPr/>
        <p:nvPr/>
      </p:nvGrpSpPr>
      <p:grpSpPr>
        <a:xfrm>
          <a:off x="0" y="0"/>
          <a:ext cx="0" cy="0"/>
          <a:chOff x="0" y="0"/>
          <a:chExt cx="0" cy="0"/>
        </a:xfrm>
      </p:grpSpPr>
      <p:sp>
        <p:nvSpPr>
          <p:cNvPr id="193"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94" name="PlaceHolder 2"/>
          <p:cNvSpPr>
            <a:spLocks noGrp="1"/>
          </p:cNvSpPr>
          <p:nvPr>
            <p:ph type="ftr" idx="97"/>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95" name="PlaceHolder 3"/>
          <p:cNvSpPr>
            <a:spLocks noGrp="1"/>
          </p:cNvSpPr>
          <p:nvPr>
            <p:ph type="sldNum" idx="98"/>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7BA017A8-B3FB-4C96-B173-C4349970F493}"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196" name="PlaceHolder 4"/>
          <p:cNvSpPr>
            <a:spLocks noGrp="1"/>
          </p:cNvSpPr>
          <p:nvPr>
            <p:ph type="dt" idx="99"/>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197"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rgbClr val="000000"/>
                </a:solidFill>
                <a:effectLst/>
                <a:uFillTx/>
                <a:latin typeface="Arial"/>
              </a:rPr>
              <a:t>Click to edit the outline text format</a:t>
            </a:r>
            <a:endParaRPr b="0" lang="en-US" sz="32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2800" strike="noStrike" u="none">
                <a:solidFill>
                  <a:srgbClr val="000000"/>
                </a:solidFill>
                <a:effectLst/>
                <a:uFillTx/>
                <a:latin typeface="Arial"/>
              </a:rPr>
              <a:t>Second Outline Level</a:t>
            </a:r>
            <a:endParaRPr b="0" lang="en-US" sz="2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2400" strike="noStrike" u="none">
                <a:solidFill>
                  <a:srgbClr val="000000"/>
                </a:solidFill>
                <a:effectLst/>
                <a:uFillTx/>
                <a:latin typeface="Arial"/>
              </a:rPr>
              <a:t>Third Outline Level</a:t>
            </a:r>
            <a:endParaRPr b="0" lang="en-US" sz="24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2000" strike="noStrike" u="none">
                <a:solidFill>
                  <a:srgbClr val="000000"/>
                </a:solidFill>
                <a:effectLst/>
                <a:uFillTx/>
                <a:latin typeface="Arial"/>
              </a:rPr>
              <a:t>Fourth Outline Level</a:t>
            </a:r>
            <a:endParaRPr b="0" lang="en-US" sz="20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Fifth Outline Level</a:t>
            </a:r>
            <a:endParaRPr b="0" lang="en-US" sz="20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Sixth Outline Level</a:t>
            </a:r>
            <a:endParaRPr b="0" lang="en-US" sz="20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Seventh Outline Level</a:t>
            </a:r>
            <a:endParaRPr b="0" lang="en-US" sz="2000" strike="noStrike" u="none">
              <a:solidFill>
                <a:srgbClr val="000000"/>
              </a:solidFill>
              <a:effectLst/>
              <a:uFillTx/>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mediaAndTx" preserve="1">
  <p:cSld name="Default 21">
    <p:bg>
      <p:bgPr>
        <a:solidFill>
          <a:srgbClr val="ffffff"/>
        </a:solidFill>
      </p:bgPr>
    </p:bg>
    <p:spTree>
      <p:nvGrpSpPr>
        <p:cNvPr id="1" name=""/>
        <p:cNvGrpSpPr/>
        <p:nvPr/>
      </p:nvGrpSpPr>
      <p:grpSpPr>
        <a:xfrm>
          <a:off x="0" y="0"/>
          <a:ext cx="0" cy="0"/>
          <a:chOff x="0" y="0"/>
          <a:chExt cx="0" cy="0"/>
        </a:xfrm>
      </p:grpSpPr>
      <p:sp>
        <p:nvSpPr>
          <p:cNvPr id="198" name="PlaceHolder 1"/>
          <p:cNvSpPr>
            <a:spLocks noGrp="1"/>
          </p:cNvSpPr>
          <p:nvPr>
            <p:ph type="ftr" idx="100"/>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199" name="PlaceHolder 2"/>
          <p:cNvSpPr>
            <a:spLocks noGrp="1"/>
          </p:cNvSpPr>
          <p:nvPr>
            <p:ph type="sldNum" idx="101"/>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F88A5A62-198D-4C91-A658-1C6A96DBAA7F}"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200" name="PlaceHolder 3"/>
          <p:cNvSpPr>
            <a:spLocks noGrp="1"/>
          </p:cNvSpPr>
          <p:nvPr>
            <p:ph type="dt" idx="102"/>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Tx" preserve="1">
  <p:cSld name="Default 22">
    <p:bg>
      <p:bgPr>
        <a:solidFill>
          <a:srgbClr val="ffffff"/>
        </a:solidFill>
      </p:bgPr>
    </p:bg>
    <p:spTree>
      <p:nvGrpSpPr>
        <p:cNvPr id="1" name=""/>
        <p:cNvGrpSpPr/>
        <p:nvPr/>
      </p:nvGrpSpPr>
      <p:grpSpPr>
        <a:xfrm>
          <a:off x="0" y="0"/>
          <a:ext cx="0" cy="0"/>
          <a:chOff x="0" y="0"/>
          <a:chExt cx="0" cy="0"/>
        </a:xfrm>
      </p:grpSpPr>
      <p:sp>
        <p:nvSpPr>
          <p:cNvPr id="201"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202" name="PlaceHolder 2"/>
          <p:cNvSpPr>
            <a:spLocks noGrp="1"/>
          </p:cNvSpPr>
          <p:nvPr>
            <p:ph type="body"/>
          </p:nvPr>
        </p:nvSpPr>
        <p:spPr>
          <a:xfrm>
            <a:off x="60948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203"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204" name="PlaceHolder 4"/>
          <p:cNvSpPr>
            <a:spLocks noGrp="1"/>
          </p:cNvSpPr>
          <p:nvPr>
            <p:ph type="body"/>
          </p:nvPr>
        </p:nvSpPr>
        <p:spPr>
          <a:xfrm>
            <a:off x="609480" y="368208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205" name="PlaceHolder 5"/>
          <p:cNvSpPr>
            <a:spLocks noGrp="1"/>
          </p:cNvSpPr>
          <p:nvPr>
            <p:ph type="ftr" idx="103"/>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206" name="PlaceHolder 6"/>
          <p:cNvSpPr>
            <a:spLocks noGrp="1"/>
          </p:cNvSpPr>
          <p:nvPr>
            <p:ph type="sldNum" idx="104"/>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1FC505F8-762D-4CD1-A5CE-5D5ECCD1CC4C}"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207" name="PlaceHolder 7"/>
          <p:cNvSpPr>
            <a:spLocks noGrp="1"/>
          </p:cNvSpPr>
          <p:nvPr>
            <p:ph type="dt" idx="105"/>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AndTwoObj" preserve="1">
  <p:cSld name="Default 23">
    <p:bg>
      <p:bgPr>
        <a:solidFill>
          <a:srgbClr val="ffffff"/>
        </a:solidFill>
      </p:bgPr>
    </p:bg>
    <p:spTree>
      <p:nvGrpSpPr>
        <p:cNvPr id="1" name=""/>
        <p:cNvGrpSpPr/>
        <p:nvPr/>
      </p:nvGrpSpPr>
      <p:grpSpPr>
        <a:xfrm>
          <a:off x="0" y="0"/>
          <a:ext cx="0" cy="0"/>
          <a:chOff x="0" y="0"/>
          <a:chExt cx="0" cy="0"/>
        </a:xfrm>
      </p:grpSpPr>
      <p:sp>
        <p:nvSpPr>
          <p:cNvPr id="208"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209"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210" name="PlaceHolder 3"/>
          <p:cNvSpPr>
            <a:spLocks noGrp="1"/>
          </p:cNvSpPr>
          <p:nvPr>
            <p:ph type="body"/>
          </p:nvPr>
        </p:nvSpPr>
        <p:spPr>
          <a:xfrm>
            <a:off x="6231960" y="160452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211" name="PlaceHolder 4"/>
          <p:cNvSpPr>
            <a:spLocks noGrp="1"/>
          </p:cNvSpPr>
          <p:nvPr>
            <p:ph type="body"/>
          </p:nvPr>
        </p:nvSpPr>
        <p:spPr>
          <a:xfrm>
            <a:off x="6231960" y="3682080"/>
            <a:ext cx="5353920" cy="1896480"/>
          </a:xfrm>
          <a:prstGeom prst="rect">
            <a:avLst/>
          </a:prstGeom>
          <a:noFill/>
          <a:ln w="0">
            <a:noFill/>
          </a:ln>
        </p:spPr>
        <p:txBody>
          <a:bodyPr lIns="0" rIns="0" tIns="0" bIns="0" anchor="t">
            <a:normAutofit fontScale="92500" lnSpcReduction="19999"/>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Fifth Outline Level</a:t>
            </a:r>
            <a:endParaRPr b="0" lang="en-US" sz="18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Sixth Outline Level</a:t>
            </a:r>
            <a:endParaRPr b="0" lang="en-US" sz="18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1800" strike="noStrike" u="none">
                <a:solidFill>
                  <a:srgbClr val="000000"/>
                </a:solidFill>
                <a:effectLst/>
                <a:uFillTx/>
                <a:latin typeface="Arial"/>
              </a:rPr>
              <a:t>Seventh Outline Level</a:t>
            </a:r>
            <a:endParaRPr b="0" lang="en-US" sz="1800" strike="noStrike" u="none">
              <a:solidFill>
                <a:srgbClr val="000000"/>
              </a:solidFill>
              <a:effectLst/>
              <a:uFillTx/>
              <a:latin typeface="Arial"/>
            </a:endParaRPr>
          </a:p>
        </p:txBody>
      </p:sp>
      <p:sp>
        <p:nvSpPr>
          <p:cNvPr id="212" name="PlaceHolder 5"/>
          <p:cNvSpPr>
            <a:spLocks noGrp="1"/>
          </p:cNvSpPr>
          <p:nvPr>
            <p:ph type="ftr" idx="106"/>
          </p:nvPr>
        </p:nvSpPr>
        <p:spPr>
          <a:xfrm>
            <a:off x="4038480" y="6356520"/>
            <a:ext cx="411372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200" strike="noStrike" u="none">
                <a:solidFill>
                  <a:srgbClr val="8b8b8b"/>
                </a:solidFill>
                <a:effectLst/>
                <a:uFillTx/>
                <a:latin typeface="Calibri"/>
              </a:defRPr>
            </a:lvl1pPr>
          </a:lstStyle>
          <a:p>
            <a:pPr indent="0" algn="ctr">
              <a:lnSpc>
                <a:spcPct val="100000"/>
              </a:lnSpc>
              <a:buNone/>
              <a:tabLst>
                <a:tab algn="l" pos="0"/>
              </a:tabLst>
            </a:pPr>
            <a:r>
              <a:rPr b="0" lang="en-US" sz="1200" strike="noStrike" u="none">
                <a:solidFill>
                  <a:srgbClr val="8b8b8b"/>
                </a:solidFill>
                <a:effectLst/>
                <a:uFillTx/>
                <a:latin typeface="Calibri"/>
              </a:rPr>
              <a:t>&lt;footer&gt;</a:t>
            </a:r>
            <a:endParaRPr b="0" lang="en-US" sz="1200" strike="noStrike" u="none">
              <a:solidFill>
                <a:srgbClr val="000000"/>
              </a:solidFill>
              <a:effectLst/>
              <a:uFillTx/>
              <a:latin typeface="Times New Roman"/>
            </a:endParaRPr>
          </a:p>
        </p:txBody>
      </p:sp>
      <p:sp>
        <p:nvSpPr>
          <p:cNvPr id="213" name="PlaceHolder 6"/>
          <p:cNvSpPr>
            <a:spLocks noGrp="1"/>
          </p:cNvSpPr>
          <p:nvPr>
            <p:ph type="sldNum" idx="107"/>
          </p:nvPr>
        </p:nvSpPr>
        <p:spPr>
          <a:xfrm>
            <a:off x="8610480" y="6356520"/>
            <a:ext cx="274212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trike="noStrike" u="none">
                <a:solidFill>
                  <a:srgbClr val="8b8b8b"/>
                </a:solidFill>
                <a:effectLst/>
                <a:uFillTx/>
                <a:latin typeface="Calibri"/>
              </a:defRPr>
            </a:lvl1pPr>
          </a:lstStyle>
          <a:p>
            <a:pPr indent="0" algn="r">
              <a:lnSpc>
                <a:spcPct val="100000"/>
              </a:lnSpc>
              <a:buNone/>
              <a:tabLst>
                <a:tab algn="l" pos="0"/>
              </a:tabLst>
            </a:pPr>
            <a:fld id="{C73701E1-85E4-4F74-A268-62494980D5F2}" type="slidenum">
              <a:rPr b="0" lang="en-US" sz="1200" strike="noStrike" u="none">
                <a:solidFill>
                  <a:srgbClr val="8b8b8b"/>
                </a:solidFill>
                <a:effectLst/>
                <a:uFillTx/>
                <a:latin typeface="Calibri"/>
              </a:rPr>
              <a:t>&lt;number&gt;</a:t>
            </a:fld>
            <a:endParaRPr b="0" lang="en-US" sz="1200" strike="noStrike" u="none">
              <a:solidFill>
                <a:srgbClr val="000000"/>
              </a:solidFill>
              <a:effectLst/>
              <a:uFillTx/>
              <a:latin typeface="Times New Roman"/>
            </a:endParaRPr>
          </a:p>
        </p:txBody>
      </p:sp>
      <p:sp>
        <p:nvSpPr>
          <p:cNvPr id="214" name="PlaceHolder 7"/>
          <p:cNvSpPr>
            <a:spLocks noGrp="1"/>
          </p:cNvSpPr>
          <p:nvPr>
            <p:ph type="dt" idx="108"/>
          </p:nvPr>
        </p:nvSpPr>
        <p:spPr>
          <a:xfrm>
            <a:off x="838080" y="6356520"/>
            <a:ext cx="2742120" cy="363960"/>
          </a:xfrm>
          <a:prstGeom prst="rect">
            <a:avLst/>
          </a:prstGeom>
          <a:noFill/>
          <a:ln w="0">
            <a:noFill/>
          </a:ln>
        </p:spPr>
        <p:txBody>
          <a:bodyPr lIns="90000" rIns="90000" tIns="45000" bIns="45000" anchor="ctr">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25.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2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7.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33.xml"/>
</Relationships>
</file>

<file path=ppt/slides/_rels/slide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slideLayout" Target="../slideLayouts/slideLayout33.xml"/>
</Relationships>
</file>

<file path=ppt/slides/_rels/slide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slideLayout" Target="../slideLayouts/slideLayout33.xml"/>
</Relationships>
</file>

<file path=ppt/slides/_rels/slide7.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5.jpeg"/><Relationship Id="rId3" Type="http://schemas.openxmlformats.org/officeDocument/2006/relationships/slideLayout" Target="../slideLayouts/slideLayout33.xml"/>
</Relationships>
</file>

<file path=ppt/slides/_rels/slide8.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5.jpeg"/><Relationship Id="rId3" Type="http://schemas.openxmlformats.org/officeDocument/2006/relationships/slideLayout" Target="../slideLayouts/slideLayout33.xml"/>
</Relationships>
</file>

<file path=ppt/slides/_rels/slide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6.jpeg"/><Relationship Id="rId3" Type="http://schemas.openxmlformats.org/officeDocument/2006/relationships/slideLayout" Target="../slideLayouts/slideLayout33.xml"/>
</Relationships>
</file>

<file path=ppt/slides/_rels/slide10.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6.jpeg"/><Relationship Id="rId3" Type="http://schemas.openxmlformats.org/officeDocument/2006/relationships/image" Target="../media/image7.png"/><Relationship Id="rId4" Type="http://schemas.openxmlformats.org/officeDocument/2006/relationships/slideLayout" Target="../slideLayouts/slideLayout33.xml"/>
</Relationships>
</file>

<file path=ppt/slides/_rels/slide11.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slideLayout" Target="../slideLayouts/slideLayout33.xml"/>
</Relationships>
</file>

<file path=ppt/slides/_rels/slide1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slideLayout" Target="../slideLayouts/slideLayout33.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7.xml"/>
</Relationships>
</file>

<file path=ppt/slides/_rels/slide15.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2.png"/><Relationship Id="rId3" Type="http://schemas.openxmlformats.org/officeDocument/2006/relationships/slideLayout" Target="../slideLayouts/slideLayout17.xml"/>
</Relationships>
</file>

<file path=ppt/slides/_rels/slide16.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2.png"/><Relationship Id="rId3" Type="http://schemas.openxmlformats.org/officeDocument/2006/relationships/slideLayout" Target="../slideLayouts/slideLayout17.xml"/>
</Relationships>
</file>

<file path=ppt/slides/_rels/slide17.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7.xml"/>
</Relationships>
</file>

<file path=ppt/slides/_rels/slide18.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33.xml"/>
</Relationships>
</file>

<file path=ppt/slides/_rels/slide19.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33.xml"/>
</Relationships>
</file>

<file path=ppt/slides/_rels/slide20.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slideLayout" Target="../slideLayouts/slideLayout33.xml"/>
</Relationships>
</file>

<file path=ppt/slides/_rels/slide21.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image" Target="../media/image23.png"/><Relationship Id="rId3" Type="http://schemas.openxmlformats.org/officeDocument/2006/relationships/slideLayout" Target="../slideLayouts/slideLayout33.xml"/>
</Relationships>
</file>

<file path=ppt/slides/_rels/slide22.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slideLayout" Target="../slideLayouts/slideLayout33.xml"/>
</Relationships>
</file>

<file path=ppt/slides/_rels/slide23.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slideLayout" Target="../slideLayouts/slideLayout33.xml"/>
</Relationships>
</file>

<file path=ppt/slides/_rels/slide24.xml.rels><?xml version="1.0" encoding="UTF-8"?>
<Relationships xmlns="http://schemas.openxmlformats.org/package/2006/relationships"><Relationship Id="rId1" Type="http://schemas.openxmlformats.org/officeDocument/2006/relationships/image" Target="../media/image28.png"/><Relationship Id="rId2" Type="http://schemas.openxmlformats.org/officeDocument/2006/relationships/image" Target="../media/image29.png"/><Relationship Id="rId3" Type="http://schemas.openxmlformats.org/officeDocument/2006/relationships/image" Target="../media/image27.png"/><Relationship Id="rId4" Type="http://schemas.openxmlformats.org/officeDocument/2006/relationships/image" Target="../media/image30.png"/><Relationship Id="rId5" Type="http://schemas.openxmlformats.org/officeDocument/2006/relationships/slideLayout" Target="../slideLayouts/slideLayout33.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7.xml"/>
</Relationships>
</file>

<file path=ppt/slides/_rels/slide27.xml.rels><?xml version="1.0" encoding="UTF-8"?>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3.xml"/><Relationship Id="rId4"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image" Target="../media/image31.png"/><Relationship Id="rId3" Type="http://schemas.openxmlformats.org/officeDocument/2006/relationships/slideLayout" Target="../slideLayouts/slideLayout33.xml"/><Relationship Id="rId4"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34.png"/><Relationship Id="rId2" Type="http://schemas.openxmlformats.org/officeDocument/2006/relationships/image" Target="../media/image31.png"/><Relationship Id="rId3" Type="http://schemas.openxmlformats.org/officeDocument/2006/relationships/slideLayout" Target="../slideLayouts/slideLayout33.xml"/><Relationship Id="rId4"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34.png"/><Relationship Id="rId2" Type="http://schemas.openxmlformats.org/officeDocument/2006/relationships/image" Target="../media/image31.png"/><Relationship Id="rId3" Type="http://schemas.openxmlformats.org/officeDocument/2006/relationships/slideLayout" Target="../slideLayouts/slideLayout33.xml"/><Relationship Id="rId4"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33.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17.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21" name="Picture 10" descr="Image"/>
          <p:cNvPicPr/>
          <p:nvPr/>
        </p:nvPicPr>
        <p:blipFill>
          <a:blip r:embed="rId1"/>
          <a:srcRect l="459" t="0" r="0" b="4759"/>
          <a:stretch/>
        </p:blipFill>
        <p:spPr>
          <a:xfrm>
            <a:off x="1176840" y="1484640"/>
            <a:ext cx="9837360" cy="5274360"/>
          </a:xfrm>
          <a:prstGeom prst="rect">
            <a:avLst/>
          </a:prstGeom>
          <a:noFill/>
          <a:ln w="0">
            <a:noFill/>
          </a:ln>
        </p:spPr>
      </p:pic>
      <p:sp>
        <p:nvSpPr>
          <p:cNvPr id="222" name="Title 1"/>
          <p:cNvSpPr/>
          <p:nvPr/>
        </p:nvSpPr>
        <p:spPr>
          <a:xfrm>
            <a:off x="227520" y="-468000"/>
            <a:ext cx="11075760" cy="1483560"/>
          </a:xfrm>
          <a:prstGeom prst="rect">
            <a:avLst/>
          </a:prstGeom>
          <a:noFill/>
          <a:ln w="0">
            <a:noFill/>
          </a:ln>
        </p:spPr>
        <p:style>
          <a:lnRef idx="0"/>
          <a:fillRef idx="0"/>
          <a:effectRef idx="0"/>
          <a:fontRef idx="minor"/>
        </p:style>
        <p:txBody>
          <a:bodyPr lIns="90000" rIns="90000" tIns="45000" bIns="45000" anchor="b">
            <a:noAutofit/>
          </a:bodyPr>
          <a:p>
            <a:pPr>
              <a:lnSpc>
                <a:spcPct val="90000"/>
              </a:lnSpc>
            </a:pPr>
            <a:r>
              <a:rPr b="1" lang="en-US" sz="6000" strike="noStrike" u="none">
                <a:solidFill>
                  <a:srgbClr val="000000"/>
                </a:solidFill>
                <a:effectLst/>
                <a:uFillTx/>
                <a:latin typeface="Calibri Light"/>
                <a:ea typeface="DejaVu Sans"/>
              </a:rPr>
              <a:t>Data in scientific programming</a:t>
            </a:r>
            <a:endParaRPr b="0" lang="en-US" sz="6000" strike="noStrike" u="none">
              <a:solidFill>
                <a:srgbClr val="000000"/>
              </a:solidFill>
              <a:effectLst/>
              <a:uFillTx/>
              <a:latin typeface="Arial"/>
            </a:endParaRPr>
          </a:p>
        </p:txBody>
      </p:sp>
      <p:sp>
        <p:nvSpPr>
          <p:cNvPr id="223" name="Subtitle 2"/>
          <p:cNvSpPr/>
          <p:nvPr/>
        </p:nvSpPr>
        <p:spPr>
          <a:xfrm>
            <a:off x="335520" y="1020600"/>
            <a:ext cx="11183760" cy="1327320"/>
          </a:xfrm>
          <a:prstGeom prst="rect">
            <a:avLst/>
          </a:prstGeom>
          <a:noFill/>
          <a:ln w="0">
            <a:noFill/>
          </a:ln>
        </p:spPr>
        <p:style>
          <a:lnRef idx="0"/>
          <a:fillRef idx="0"/>
          <a:effectRef idx="0"/>
          <a:fontRef idx="minor"/>
        </p:style>
        <p:txBody>
          <a:bodyPr lIns="90000" rIns="90000" tIns="45000" bIns="45000" anchor="t">
            <a:normAutofit/>
          </a:bodyPr>
          <a:p>
            <a:pPr>
              <a:lnSpc>
                <a:spcPct val="90000"/>
              </a:lnSpc>
              <a:spcBef>
                <a:spcPts val="1001"/>
              </a:spcBef>
              <a:tabLst>
                <a:tab algn="l" pos="0"/>
              </a:tabLst>
            </a:pPr>
            <a:r>
              <a:rPr b="0" lang="en-GB" sz="2800" strike="noStrike" u="none">
                <a:solidFill>
                  <a:srgbClr val="000000"/>
                </a:solidFill>
                <a:effectLst/>
                <a:uFillTx/>
                <a:latin typeface="Calibri"/>
                <a:ea typeface="DejaVu Sans"/>
              </a:rPr>
              <a:t>Guillermo Aguilar &amp; Pietro Berkes &amp; </a:t>
            </a:r>
            <a:endParaRPr b="0" lang="en-US" sz="2800" strike="noStrike" u="none">
              <a:solidFill>
                <a:srgbClr val="000000"/>
              </a:solidFill>
              <a:effectLst/>
              <a:uFillTx/>
              <a:latin typeface="Arial"/>
            </a:endParaRPr>
          </a:p>
          <a:p>
            <a:pPr>
              <a:lnSpc>
                <a:spcPct val="90000"/>
              </a:lnSpc>
              <a:spcBef>
                <a:spcPts val="1001"/>
              </a:spcBef>
              <a:tabLst>
                <a:tab algn="l" pos="0"/>
              </a:tabLst>
            </a:pPr>
            <a:r>
              <a:rPr b="0" lang="en-GB" sz="2800" strike="noStrike" u="none">
                <a:solidFill>
                  <a:srgbClr val="000000"/>
                </a:solidFill>
                <a:effectLst/>
                <a:uFillTx/>
                <a:latin typeface="Calibri"/>
                <a:ea typeface="DejaVu Sans"/>
              </a:rPr>
              <a:t>Zbigniew Jędrzejewski-Szmek &amp; Victoria Shevchenko </a:t>
            </a:r>
            <a:endParaRPr b="0" lang="en-US" sz="2800" strike="noStrike" u="none">
              <a:solidFill>
                <a:srgbClr val="000000"/>
              </a:solidFill>
              <a:effectLst/>
              <a:uFillTx/>
              <a:latin typeface="Arial"/>
            </a:endParaRPr>
          </a:p>
        </p:txBody>
      </p:sp>
      <p:sp>
        <p:nvSpPr>
          <p:cNvPr id="224" name="TextBox 1"/>
          <p:cNvSpPr/>
          <p:nvPr/>
        </p:nvSpPr>
        <p:spPr>
          <a:xfrm>
            <a:off x="8245800" y="1080000"/>
            <a:ext cx="3945600" cy="1186920"/>
          </a:xfrm>
          <a:prstGeom prst="rect">
            <a:avLst/>
          </a:prstGeom>
          <a:solidFill>
            <a:srgbClr val="f0d0d5"/>
          </a:solidFill>
          <a:ln w="0">
            <a:noFill/>
          </a:ln>
        </p:spPr>
        <p:style>
          <a:lnRef idx="0"/>
          <a:fillRef idx="0"/>
          <a:effectRef idx="0"/>
          <a:fontRef idx="minor"/>
        </p:style>
        <p:txBody>
          <a:bodyPr lIns="90000" rIns="90000" tIns="45000" bIns="45000" anchor="t">
            <a:spAutoFit/>
          </a:bodyPr>
          <a:p>
            <a:pPr>
              <a:lnSpc>
                <a:spcPct val="100000"/>
              </a:lnSpc>
            </a:pPr>
            <a:r>
              <a:rPr b="0" lang="en-US" sz="2400" strike="noStrike" u="none">
                <a:solidFill>
                  <a:srgbClr val="000000"/>
                </a:solidFill>
                <a:effectLst/>
                <a:uFillTx/>
                <a:latin typeface="Calibri"/>
                <a:ea typeface="DejaVu Sans"/>
              </a:rPr>
              <a:t>Fork and clone repository</a:t>
            </a:r>
            <a:endParaRPr b="0" lang="en-US" sz="2400" strike="noStrike" u="none">
              <a:solidFill>
                <a:srgbClr val="000000"/>
              </a:solidFill>
              <a:effectLst/>
              <a:uFillTx/>
              <a:latin typeface="Arial"/>
            </a:endParaRPr>
          </a:p>
          <a:p>
            <a:pPr>
              <a:lnSpc>
                <a:spcPct val="100000"/>
              </a:lnSpc>
            </a:pPr>
            <a:r>
              <a:rPr b="0" lang="en-US" sz="2400" strike="noStrike" u="none">
                <a:solidFill>
                  <a:srgbClr val="000000"/>
                </a:solidFill>
                <a:effectLst/>
                <a:uFillTx/>
                <a:latin typeface="Calibri"/>
                <a:ea typeface="DejaVu Sans"/>
              </a:rPr>
              <a:t>https://git.aspp.school/ASPP/2025-plovdiv-data.git</a:t>
            </a:r>
            <a:endParaRPr b="0" lang="en-US" sz="24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 name="PlaceHolder 1"/>
          <p:cNvSpPr>
            <a:spLocks noGrp="1"/>
          </p:cNvSpPr>
          <p:nvPr>
            <p:ph type="title"/>
          </p:nvPr>
        </p:nvSpPr>
        <p:spPr>
          <a:xfrm>
            <a:off x="407520" y="229320"/>
            <a:ext cx="11376360" cy="902520"/>
          </a:xfrm>
          <a:prstGeom prst="rect">
            <a:avLst/>
          </a:prstGeom>
          <a:noFill/>
          <a:ln w="0">
            <a:noFill/>
          </a:ln>
        </p:spPr>
        <p:txBody>
          <a:bodyPr lIns="90000" rIns="90000" tIns="45000" bIns="45000" anchor="ctr">
            <a:normAutofit fontScale="92500" lnSpcReduction="9999"/>
          </a:bodyPr>
          <a:p>
            <a:pPr indent="0">
              <a:lnSpc>
                <a:spcPct val="90000"/>
              </a:lnSpc>
              <a:buNone/>
              <a:tabLst>
                <a:tab algn="l" pos="0"/>
              </a:tabLst>
            </a:pPr>
            <a:r>
              <a:rPr b="0" lang="en-CH" sz="4400" strike="noStrike" u="none">
                <a:solidFill>
                  <a:srgbClr val="000000"/>
                </a:solidFill>
                <a:effectLst/>
                <a:uFillTx/>
                <a:latin typeface="Calibri Light"/>
              </a:rPr>
              <a:t>Things one thinks about when thinking about data</a:t>
            </a:r>
            <a:endParaRPr b="0" lang="en-US" sz="4400" strike="noStrike" u="none">
              <a:solidFill>
                <a:srgbClr val="000000"/>
              </a:solidFill>
              <a:effectLst/>
              <a:uFillTx/>
              <a:latin typeface="Arial"/>
            </a:endParaRPr>
          </a:p>
        </p:txBody>
      </p:sp>
      <p:sp>
        <p:nvSpPr>
          <p:cNvPr id="226" name="PlaceHolder 2"/>
          <p:cNvSpPr>
            <a:spLocks noGrp="1"/>
          </p:cNvSpPr>
          <p:nvPr>
            <p:ph type="dt" idx="112"/>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grpSp>
        <p:nvGrpSpPr>
          <p:cNvPr id="227" name="Group 2"/>
          <p:cNvGrpSpPr/>
          <p:nvPr/>
        </p:nvGrpSpPr>
        <p:grpSpPr>
          <a:xfrm>
            <a:off x="1076400" y="1440000"/>
            <a:ext cx="2838240" cy="4302360"/>
            <a:chOff x="1076400" y="1440000"/>
            <a:chExt cx="2838240" cy="4302360"/>
          </a:xfrm>
        </p:grpSpPr>
        <p:sp>
          <p:nvSpPr>
            <p:cNvPr id="228" name="Rectangle 6"/>
            <p:cNvSpPr/>
            <p:nvPr/>
          </p:nvSpPr>
          <p:spPr>
            <a:xfrm>
              <a:off x="1076400" y="2287080"/>
              <a:ext cx="2838240" cy="3455280"/>
            </a:xfrm>
            <a:prstGeom prst="rect">
              <a:avLst/>
            </a:prstGeom>
            <a:solidFill>
              <a:schemeClr val="accent1">
                <a:lumMod val="20000"/>
                <a:lumOff val="80000"/>
              </a:schemeClr>
            </a:solidFill>
            <a:ln>
              <a:solidFill>
                <a:srgbClr val="000000"/>
              </a:solidFill>
            </a:ln>
          </p:spPr>
          <p:style>
            <a:lnRef idx="2">
              <a:schemeClr val="accent1">
                <a:shade val="15000"/>
              </a:schemeClr>
            </a:lnRef>
            <a:fillRef idx="1">
              <a:schemeClr val="accent1"/>
            </a:fillRef>
            <a:effectRef idx="0">
              <a:schemeClr val="accent1"/>
            </a:effectRef>
            <a:fontRef idx="minor"/>
          </p:style>
          <p:txBody>
            <a:bodyPr lIns="90000" rIns="90000" tIns="45000" bIns="45000" anchor="t">
              <a:noAutofit/>
            </a:bodyPr>
            <a:p>
              <a:pPr marL="285840" indent="-285840">
                <a:lnSpc>
                  <a:spcPct val="100000"/>
                </a:lnSpc>
                <a:buClr>
                  <a:srgbClr val="000000"/>
                </a:buClr>
                <a:buFont typeface="Arial"/>
                <a:buChar char="•"/>
              </a:pPr>
              <a:r>
                <a:rPr b="0" lang="en-CH" sz="2400" strike="noStrike" u="none">
                  <a:solidFill>
                    <a:srgbClr val="000000"/>
                  </a:solidFill>
                  <a:effectLst/>
                  <a:uFillTx/>
                  <a:latin typeface="Calibri"/>
                  <a:ea typeface="DejaVu Sans"/>
                </a:rPr>
                <a:t>Size</a:t>
              </a:r>
              <a:endParaRPr b="0" lang="en-US" sz="2400" strike="noStrike" u="none">
                <a:solidFill>
                  <a:srgbClr val="000000"/>
                </a:solidFill>
                <a:effectLst/>
                <a:uFillTx/>
                <a:latin typeface="Arial"/>
              </a:endParaRPr>
            </a:p>
            <a:p>
              <a:pPr marL="285840" indent="-285840">
                <a:lnSpc>
                  <a:spcPct val="100000"/>
                </a:lnSpc>
                <a:buClr>
                  <a:srgbClr val="000000"/>
                </a:buClr>
                <a:buFont typeface="Arial"/>
                <a:buChar char="•"/>
              </a:pPr>
              <a:r>
                <a:rPr b="0" lang="en-CH" sz="2400" strike="noStrike" u="none">
                  <a:solidFill>
                    <a:srgbClr val="000000"/>
                  </a:solidFill>
                  <a:effectLst/>
                  <a:uFillTx/>
                  <a:latin typeface="Calibri"/>
                  <a:ea typeface="DejaVu Sans"/>
                </a:rPr>
                <a:t>Access ease</a:t>
              </a:r>
              <a:endParaRPr b="0" lang="en-US" sz="2400" strike="noStrike" u="none">
                <a:solidFill>
                  <a:srgbClr val="000000"/>
                </a:solidFill>
                <a:effectLst/>
                <a:uFillTx/>
                <a:latin typeface="Arial"/>
              </a:endParaRPr>
            </a:p>
            <a:p>
              <a:pPr marL="285840" indent="-285840">
                <a:lnSpc>
                  <a:spcPct val="100000"/>
                </a:lnSpc>
                <a:buClr>
                  <a:srgbClr val="000000"/>
                </a:buClr>
                <a:buFont typeface="Arial"/>
                <a:buChar char="•"/>
              </a:pPr>
              <a:r>
                <a:rPr b="0" lang="en-CH" sz="2400" strike="noStrike" u="none">
                  <a:solidFill>
                    <a:srgbClr val="000000"/>
                  </a:solidFill>
                  <a:effectLst/>
                  <a:uFillTx/>
                  <a:latin typeface="Calibri"/>
                  <a:ea typeface="DejaVu Sans"/>
                </a:rPr>
                <a:t>Access time</a:t>
              </a:r>
              <a:endParaRPr b="0" lang="en-US" sz="2400" strike="noStrike" u="none">
                <a:solidFill>
                  <a:srgbClr val="000000"/>
                </a:solidFill>
                <a:effectLst/>
                <a:uFillTx/>
                <a:latin typeface="Arial"/>
              </a:endParaRPr>
            </a:p>
            <a:p>
              <a:pPr>
                <a:lnSpc>
                  <a:spcPct val="100000"/>
                </a:lnSpc>
              </a:pPr>
              <a:endParaRPr b="0" lang="en-US" sz="2400" strike="noStrike" u="none">
                <a:solidFill>
                  <a:srgbClr val="000000"/>
                </a:solidFill>
                <a:effectLst/>
                <a:uFillTx/>
                <a:latin typeface="Arial"/>
              </a:endParaRPr>
            </a:p>
            <a:p>
              <a:pPr>
                <a:lnSpc>
                  <a:spcPct val="100000"/>
                </a:lnSpc>
              </a:pPr>
              <a:endParaRPr b="0" lang="en-US" sz="2400" strike="noStrike" u="none">
                <a:solidFill>
                  <a:srgbClr val="000000"/>
                </a:solidFill>
                <a:effectLst/>
                <a:uFillTx/>
                <a:latin typeface="Arial"/>
              </a:endParaRPr>
            </a:p>
          </p:txBody>
        </p:sp>
        <p:sp>
          <p:nvSpPr>
            <p:cNvPr id="229" name="Rectangle 7"/>
            <p:cNvSpPr/>
            <p:nvPr/>
          </p:nvSpPr>
          <p:spPr>
            <a:xfrm>
              <a:off x="1076400" y="1440000"/>
              <a:ext cx="2838240" cy="846000"/>
            </a:xfrm>
            <a:prstGeom prst="rect">
              <a:avLst/>
            </a:prstGeom>
            <a:solidFill>
              <a:schemeClr val="accent1">
                <a:lumMod val="60000"/>
                <a:lumOff val="40000"/>
              </a:schemeClr>
            </a:solidFill>
            <a:ln>
              <a:solidFill>
                <a:srgbClr val="000000"/>
              </a:solidFill>
            </a:ln>
          </p:spPr>
          <p:style>
            <a:lnRef idx="2">
              <a:schemeClr val="accent1">
                <a:shade val="15000"/>
              </a:schemeClr>
            </a:lnRef>
            <a:fillRef idx="1">
              <a:schemeClr val="accent1"/>
            </a:fillRef>
            <a:effectRef idx="0">
              <a:schemeClr val="accent1"/>
            </a:effectRef>
            <a:fontRef idx="minor"/>
          </p:style>
          <p:txBody>
            <a:bodyPr lIns="90000" rIns="90000" tIns="45000" bIns="45000" anchor="t">
              <a:noAutofit/>
            </a:bodyPr>
            <a:p>
              <a:pPr algn="ctr">
                <a:lnSpc>
                  <a:spcPct val="100000"/>
                </a:lnSpc>
              </a:pPr>
              <a:r>
                <a:rPr b="1" lang="en-CH" sz="2400" strike="noStrike" u="none">
                  <a:solidFill>
                    <a:srgbClr val="000000"/>
                  </a:solidFill>
                  <a:effectLst/>
                  <a:uFillTx/>
                  <a:latin typeface="Calibri"/>
                  <a:ea typeface="DejaVu Sans"/>
                </a:rPr>
                <a:t>Storage</a:t>
              </a:r>
              <a:endParaRPr b="0" lang="en-US" sz="2400" strike="noStrike" u="none">
                <a:solidFill>
                  <a:srgbClr val="000000"/>
                </a:solidFill>
                <a:effectLst/>
                <a:uFillTx/>
                <a:latin typeface="Arial"/>
              </a:endParaRPr>
            </a:p>
          </p:txBody>
        </p:sp>
      </p:grpSp>
      <p:grpSp>
        <p:nvGrpSpPr>
          <p:cNvPr id="230" name="Group 17"/>
          <p:cNvGrpSpPr/>
          <p:nvPr/>
        </p:nvGrpSpPr>
        <p:grpSpPr>
          <a:xfrm>
            <a:off x="4678200" y="1440000"/>
            <a:ext cx="2838240" cy="4302360"/>
            <a:chOff x="4678200" y="1440000"/>
            <a:chExt cx="2838240" cy="4302360"/>
          </a:xfrm>
        </p:grpSpPr>
        <p:sp>
          <p:nvSpPr>
            <p:cNvPr id="231" name="Rectangle 18"/>
            <p:cNvSpPr/>
            <p:nvPr/>
          </p:nvSpPr>
          <p:spPr>
            <a:xfrm>
              <a:off x="4678200" y="2287080"/>
              <a:ext cx="2838240" cy="3455280"/>
            </a:xfrm>
            <a:prstGeom prst="rect">
              <a:avLst/>
            </a:prstGeom>
            <a:solidFill>
              <a:schemeClr val="accent6">
                <a:lumMod val="20000"/>
                <a:lumOff val="80000"/>
              </a:schemeClr>
            </a:solidFill>
            <a:ln>
              <a:solidFill>
                <a:srgbClr val="000000"/>
              </a:solidFill>
            </a:ln>
          </p:spPr>
          <p:style>
            <a:lnRef idx="2">
              <a:schemeClr val="accent1">
                <a:shade val="15000"/>
              </a:schemeClr>
            </a:lnRef>
            <a:fillRef idx="1">
              <a:schemeClr val="accent1"/>
            </a:fillRef>
            <a:effectRef idx="0">
              <a:schemeClr val="accent1"/>
            </a:effectRef>
            <a:fontRef idx="minor"/>
          </p:style>
          <p:txBody>
            <a:bodyPr lIns="90000" rIns="90000" tIns="45000" bIns="45000" anchor="t">
              <a:noAutofit/>
            </a:bodyPr>
            <a:p>
              <a:pPr marL="285840" indent="-285840">
                <a:lnSpc>
                  <a:spcPct val="100000"/>
                </a:lnSpc>
                <a:buClr>
                  <a:srgbClr val="000000"/>
                </a:buClr>
                <a:buFont typeface="Arial"/>
                <a:buChar char="•"/>
              </a:pPr>
              <a:r>
                <a:rPr b="0" lang="en-US" sz="2400" strike="noStrike" u="none">
                  <a:solidFill>
                    <a:srgbClr val="000000"/>
                  </a:solidFill>
                  <a:effectLst/>
                  <a:uFillTx/>
                  <a:latin typeface="Calibri"/>
                  <a:ea typeface="DejaVu Sans"/>
                </a:rPr>
                <a:t>Efficient processing </a:t>
              </a:r>
              <a:br>
                <a:rPr sz="2400"/>
              </a:br>
              <a:r>
                <a:rPr b="0" lang="en-US" sz="2400" strike="noStrike" u="none">
                  <a:solidFill>
                    <a:srgbClr val="000000"/>
                  </a:solidFill>
                  <a:effectLst/>
                  <a:uFillTx/>
                  <a:latin typeface="Calibri"/>
                  <a:ea typeface="DejaVu Sans"/>
                </a:rPr>
                <a:t>(no for-loops!)</a:t>
              </a:r>
              <a:br>
                <a:rPr sz="2400"/>
              </a:br>
              <a:r>
                <a:rPr b="0" lang="en-US" sz="2400" strike="noStrike" u="none">
                  <a:solidFill>
                    <a:srgbClr val="000000"/>
                  </a:solidFill>
                  <a:effectLst/>
                  <a:uFillTx/>
                  <a:latin typeface="Calibri"/>
                  <a:ea typeface="DejaVu Sans"/>
                </a:rPr>
                <a:t> </a:t>
              </a:r>
              <a:endParaRPr b="0" lang="en-US" sz="2400" strike="noStrike" u="none">
                <a:solidFill>
                  <a:srgbClr val="000000"/>
                </a:solidFill>
                <a:effectLst/>
                <a:uFillTx/>
                <a:latin typeface="Arial"/>
              </a:endParaRPr>
            </a:p>
            <a:p>
              <a:pPr marL="285840" indent="-285840">
                <a:lnSpc>
                  <a:spcPct val="100000"/>
                </a:lnSpc>
                <a:buClr>
                  <a:srgbClr val="000000"/>
                </a:buClr>
                <a:buFont typeface="Arial"/>
                <a:buChar char="•"/>
              </a:pPr>
              <a:r>
                <a:rPr b="0" lang="en-US" sz="2400" strike="noStrike" u="none">
                  <a:solidFill>
                    <a:srgbClr val="000000"/>
                  </a:solidFill>
                  <a:effectLst/>
                  <a:uFillTx/>
                  <a:latin typeface="Calibri"/>
                  <a:ea typeface="DejaVu Sans"/>
                </a:rPr>
                <a:t>Organizing data so that analyses are easy</a:t>
              </a:r>
              <a:endParaRPr b="0" lang="en-US" sz="2400" strike="noStrike" u="none">
                <a:solidFill>
                  <a:srgbClr val="000000"/>
                </a:solidFill>
                <a:effectLst/>
                <a:uFillTx/>
                <a:latin typeface="Arial"/>
              </a:endParaRPr>
            </a:p>
          </p:txBody>
        </p:sp>
        <p:sp>
          <p:nvSpPr>
            <p:cNvPr id="232" name="Rectangle 19"/>
            <p:cNvSpPr/>
            <p:nvPr/>
          </p:nvSpPr>
          <p:spPr>
            <a:xfrm>
              <a:off x="4678200" y="1440000"/>
              <a:ext cx="2838240" cy="846000"/>
            </a:xfrm>
            <a:prstGeom prst="rect">
              <a:avLst/>
            </a:prstGeom>
            <a:solidFill>
              <a:schemeClr val="accent6">
                <a:lumMod val="60000"/>
                <a:lumOff val="40000"/>
              </a:schemeClr>
            </a:solidFill>
            <a:ln>
              <a:solidFill>
                <a:srgbClr val="000000"/>
              </a:solidFill>
            </a:ln>
          </p:spPr>
          <p:style>
            <a:lnRef idx="2">
              <a:schemeClr val="accent1">
                <a:shade val="15000"/>
              </a:schemeClr>
            </a:lnRef>
            <a:fillRef idx="1">
              <a:schemeClr val="accent1"/>
            </a:fillRef>
            <a:effectRef idx="0">
              <a:schemeClr val="accent1"/>
            </a:effectRef>
            <a:fontRef idx="minor"/>
          </p:style>
          <p:txBody>
            <a:bodyPr lIns="90000" rIns="90000" tIns="45000" bIns="45000" anchor="t">
              <a:noAutofit/>
            </a:bodyPr>
            <a:p>
              <a:pPr algn="ctr">
                <a:lnSpc>
                  <a:spcPct val="100000"/>
                </a:lnSpc>
              </a:pPr>
              <a:r>
                <a:rPr b="1" lang="en-CH" sz="2400" strike="noStrike" u="none">
                  <a:solidFill>
                    <a:srgbClr val="000000"/>
                  </a:solidFill>
                  <a:effectLst/>
                  <a:uFillTx/>
                  <a:latin typeface="Calibri"/>
                  <a:ea typeface="DejaVu Sans"/>
                </a:rPr>
                <a:t>Processing</a:t>
              </a:r>
              <a:endParaRPr b="0" lang="en-US" sz="2400" strike="noStrike" u="none">
                <a:solidFill>
                  <a:srgbClr val="000000"/>
                </a:solidFill>
                <a:effectLst/>
                <a:uFillTx/>
                <a:latin typeface="Arial"/>
              </a:endParaRPr>
            </a:p>
          </p:txBody>
        </p:sp>
      </p:grpSp>
      <p:grpSp>
        <p:nvGrpSpPr>
          <p:cNvPr id="233" name="Group 20"/>
          <p:cNvGrpSpPr/>
          <p:nvPr/>
        </p:nvGrpSpPr>
        <p:grpSpPr>
          <a:xfrm>
            <a:off x="8274600" y="1440000"/>
            <a:ext cx="2838240" cy="4302360"/>
            <a:chOff x="8274600" y="1440000"/>
            <a:chExt cx="2838240" cy="4302360"/>
          </a:xfrm>
        </p:grpSpPr>
        <p:sp>
          <p:nvSpPr>
            <p:cNvPr id="234" name="Rectangle 21"/>
            <p:cNvSpPr/>
            <p:nvPr/>
          </p:nvSpPr>
          <p:spPr>
            <a:xfrm>
              <a:off x="8274600" y="2219760"/>
              <a:ext cx="2838240" cy="3522600"/>
            </a:xfrm>
            <a:prstGeom prst="rect">
              <a:avLst/>
            </a:prstGeom>
            <a:solidFill>
              <a:schemeClr val="accent2">
                <a:lumMod val="20000"/>
                <a:lumOff val="80000"/>
              </a:schemeClr>
            </a:solidFill>
            <a:ln>
              <a:solidFill>
                <a:srgbClr val="000000"/>
              </a:solidFill>
            </a:ln>
          </p:spPr>
          <p:style>
            <a:lnRef idx="2">
              <a:schemeClr val="accent1">
                <a:shade val="15000"/>
              </a:schemeClr>
            </a:lnRef>
            <a:fillRef idx="1">
              <a:schemeClr val="accent1"/>
            </a:fillRef>
            <a:effectRef idx="0">
              <a:schemeClr val="accent1"/>
            </a:effectRef>
            <a:fontRef idx="minor"/>
          </p:style>
          <p:txBody>
            <a:bodyPr lIns="90000" rIns="90000" tIns="45000" bIns="45000" anchor="t">
              <a:noAutofit/>
            </a:bodyPr>
            <a:p>
              <a:pPr marL="285840" indent="-285840">
                <a:lnSpc>
                  <a:spcPct val="100000"/>
                </a:lnSpc>
                <a:buClr>
                  <a:srgbClr val="000000"/>
                </a:buClr>
                <a:buFont typeface="Arial"/>
                <a:buChar char="•"/>
              </a:pPr>
              <a:r>
                <a:rPr b="0" lang="en-US" sz="2400" strike="noStrike" u="none">
                  <a:solidFill>
                    <a:srgbClr val="000000"/>
                  </a:solidFill>
                  <a:effectLst/>
                  <a:uFillTx/>
                  <a:latin typeface="Calibri"/>
                  <a:ea typeface="DejaVu Sans"/>
                </a:rPr>
                <a:t>Versioning</a:t>
              </a:r>
              <a:endParaRPr b="0" lang="en-US" sz="2400" strike="noStrike" u="none">
                <a:solidFill>
                  <a:srgbClr val="000000"/>
                </a:solidFill>
                <a:effectLst/>
                <a:uFillTx/>
                <a:latin typeface="Arial"/>
              </a:endParaRPr>
            </a:p>
            <a:p>
              <a:pPr marL="285840" indent="-285840">
                <a:lnSpc>
                  <a:spcPct val="100000"/>
                </a:lnSpc>
                <a:buClr>
                  <a:srgbClr val="000000"/>
                </a:buClr>
                <a:buFont typeface="Arial"/>
                <a:buChar char="•"/>
              </a:pPr>
              <a:r>
                <a:rPr b="0" lang="en-US" sz="2400" strike="noStrike" u="none">
                  <a:solidFill>
                    <a:srgbClr val="000000"/>
                  </a:solidFill>
                  <a:effectLst/>
                  <a:uFillTx/>
                  <a:latin typeface="Calibri"/>
                  <a:ea typeface="DejaVu Sans"/>
                </a:rPr>
                <a:t>Lineage tracing (which script / other data was used to generate this?)</a:t>
              </a:r>
              <a:endParaRPr b="0" lang="en-US" sz="2400" strike="noStrike" u="none">
                <a:solidFill>
                  <a:srgbClr val="000000"/>
                </a:solidFill>
                <a:effectLst/>
                <a:uFillTx/>
                <a:latin typeface="Arial"/>
              </a:endParaRPr>
            </a:p>
            <a:p>
              <a:pPr marL="285840" indent="-285840">
                <a:lnSpc>
                  <a:spcPct val="100000"/>
                </a:lnSpc>
                <a:buClr>
                  <a:srgbClr val="000000"/>
                </a:buClr>
                <a:buFont typeface="Arial"/>
                <a:buChar char="•"/>
              </a:pPr>
              <a:r>
                <a:rPr b="0" lang="en-US" sz="2400" strike="noStrike" u="none">
                  <a:solidFill>
                    <a:srgbClr val="000000"/>
                  </a:solidFill>
                  <a:effectLst/>
                  <a:uFillTx/>
                  <a:latin typeface="Calibri"/>
                  <a:ea typeface="DejaVu Sans"/>
                </a:rPr>
                <a:t>Ease of sharing</a:t>
              </a:r>
              <a:endParaRPr b="0" lang="en-US" sz="2400" strike="noStrike" u="none">
                <a:solidFill>
                  <a:srgbClr val="000000"/>
                </a:solidFill>
                <a:effectLst/>
                <a:uFillTx/>
                <a:latin typeface="Arial"/>
              </a:endParaRPr>
            </a:p>
          </p:txBody>
        </p:sp>
        <p:sp>
          <p:nvSpPr>
            <p:cNvPr id="235" name="Rectangle 22"/>
            <p:cNvSpPr/>
            <p:nvPr/>
          </p:nvSpPr>
          <p:spPr>
            <a:xfrm>
              <a:off x="8274600" y="1440000"/>
              <a:ext cx="2838240" cy="778680"/>
            </a:xfrm>
            <a:prstGeom prst="rect">
              <a:avLst/>
            </a:prstGeom>
            <a:solidFill>
              <a:schemeClr val="accent2">
                <a:lumMod val="60000"/>
                <a:lumOff val="40000"/>
              </a:schemeClr>
            </a:solidFill>
            <a:ln>
              <a:solidFill>
                <a:srgbClr val="000000"/>
              </a:solidFill>
            </a:ln>
          </p:spPr>
          <p:style>
            <a:lnRef idx="2">
              <a:schemeClr val="accent1">
                <a:shade val="15000"/>
              </a:schemeClr>
            </a:lnRef>
            <a:fillRef idx="1">
              <a:schemeClr val="accent1"/>
            </a:fillRef>
            <a:effectRef idx="0">
              <a:schemeClr val="accent1"/>
            </a:effectRef>
            <a:fontRef idx="minor"/>
          </p:style>
          <p:txBody>
            <a:bodyPr lIns="90000" rIns="90000" tIns="45000" bIns="45000" anchor="t">
              <a:noAutofit/>
            </a:bodyPr>
            <a:p>
              <a:pPr algn="ctr">
                <a:lnSpc>
                  <a:spcPct val="100000"/>
                </a:lnSpc>
              </a:pPr>
              <a:r>
                <a:rPr b="1" lang="en-CH" sz="2400" strike="noStrike" u="none">
                  <a:solidFill>
                    <a:srgbClr val="000000"/>
                  </a:solidFill>
                  <a:effectLst/>
                  <a:uFillTx/>
                  <a:latin typeface="Calibri"/>
                  <a:ea typeface="DejaVu Sans"/>
                </a:rPr>
                <a:t>Reproducibility and collaboration</a:t>
              </a:r>
              <a:endParaRPr b="0" lang="en-US" sz="2400" strike="noStrike" u="none">
                <a:solidFill>
                  <a:srgbClr val="000000"/>
                </a:solidFill>
                <a:effectLst/>
                <a:uFillTx/>
                <a:latin typeface="Arial"/>
              </a:endParaRPr>
            </a:p>
          </p:txBody>
        </p:sp>
      </p:grpSp>
      <p:sp>
        <p:nvSpPr>
          <p:cNvPr id="4" name="PlaceHolder 3"/>
          <p:cNvSpPr>
            <a:spLocks noGrp="1"/>
          </p:cNvSpPr>
          <p:nvPr>
            <p:ph type="ftr" idx="37"/>
          </p:nvPr>
        </p:nvSpPr>
        <p:spPr/>
        <p:txBody>
          <a:bodyPr/>
          <a:p>
            <a:r>
              <a:t>Data, v1.0</a:t>
            </a:r>
          </a:p>
        </p:txBody>
      </p:sp>
      <p:sp>
        <p:nvSpPr>
          <p:cNvPr id="5" name="PlaceHolder 4"/>
          <p:cNvSpPr>
            <a:spLocks noGrp="1"/>
          </p:cNvSpPr>
          <p:nvPr>
            <p:ph type="sldNum" idx="38"/>
          </p:nvPr>
        </p:nvSpPr>
        <p:spPr/>
        <p:txBody>
          <a:bodyPr/>
          <a:p>
            <a:fld id="{DAF782FC-BD19-42E4-ACC1-CC06CFFEA8D5}" type="slidenum">
              <a:t>2</a:t>
            </a:fld>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title"/>
          </p:nvPr>
        </p:nvSpPr>
        <p:spPr>
          <a:xfrm>
            <a:off x="407520" y="229320"/>
            <a:ext cx="11376360" cy="902520"/>
          </a:xfrm>
          <a:prstGeom prst="rect">
            <a:avLst/>
          </a:prstGeom>
          <a:noFill/>
          <a:ln w="0">
            <a:noFill/>
          </a:ln>
        </p:spPr>
        <p:txBody>
          <a:bodyPr lIns="90000" rIns="90000" tIns="45000" bIns="45000" anchor="ctr">
            <a:normAutofit fontScale="92500" lnSpcReduction="9999"/>
          </a:bodyPr>
          <a:p>
            <a:pPr indent="0">
              <a:lnSpc>
                <a:spcPct val="90000"/>
              </a:lnSpc>
              <a:buNone/>
              <a:tabLst>
                <a:tab algn="l" pos="0"/>
              </a:tabLst>
            </a:pPr>
            <a:r>
              <a:rPr b="0" lang="en-CH" sz="4400" strike="noStrike" u="none">
                <a:solidFill>
                  <a:srgbClr val="000000"/>
                </a:solidFill>
                <a:effectLst/>
                <a:uFillTx/>
                <a:latin typeface="Calibri Light"/>
              </a:rPr>
              <a:t>Things one thinks about when thinking about data</a:t>
            </a:r>
            <a:endParaRPr b="0" lang="en-US" sz="4400" strike="noStrike" u="none">
              <a:solidFill>
                <a:srgbClr val="000000"/>
              </a:solidFill>
              <a:effectLst/>
              <a:uFillTx/>
              <a:latin typeface="Arial"/>
            </a:endParaRPr>
          </a:p>
        </p:txBody>
      </p:sp>
      <p:sp>
        <p:nvSpPr>
          <p:cNvPr id="237" name="PlaceHolder 2"/>
          <p:cNvSpPr>
            <a:spLocks noGrp="1"/>
          </p:cNvSpPr>
          <p:nvPr>
            <p:ph type="dt" idx="113"/>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grpSp>
        <p:nvGrpSpPr>
          <p:cNvPr id="238" name="Group 2"/>
          <p:cNvGrpSpPr/>
          <p:nvPr/>
        </p:nvGrpSpPr>
        <p:grpSpPr>
          <a:xfrm>
            <a:off x="1076400" y="1440000"/>
            <a:ext cx="2838240" cy="4302360"/>
            <a:chOff x="1076400" y="1440000"/>
            <a:chExt cx="2838240" cy="4302360"/>
          </a:xfrm>
        </p:grpSpPr>
        <p:sp>
          <p:nvSpPr>
            <p:cNvPr id="239" name="Rectangle 6"/>
            <p:cNvSpPr/>
            <p:nvPr/>
          </p:nvSpPr>
          <p:spPr>
            <a:xfrm>
              <a:off x="1076400" y="2287080"/>
              <a:ext cx="2838240" cy="3455280"/>
            </a:xfrm>
            <a:prstGeom prst="rect">
              <a:avLst/>
            </a:prstGeom>
            <a:solidFill>
              <a:schemeClr val="accent1">
                <a:lumMod val="20000"/>
                <a:lumOff val="80000"/>
              </a:schemeClr>
            </a:solidFill>
            <a:ln>
              <a:solidFill>
                <a:srgbClr val="000000"/>
              </a:solidFill>
            </a:ln>
          </p:spPr>
          <p:style>
            <a:lnRef idx="2">
              <a:schemeClr val="accent1">
                <a:shade val="15000"/>
              </a:schemeClr>
            </a:lnRef>
            <a:fillRef idx="1">
              <a:schemeClr val="accent1"/>
            </a:fillRef>
            <a:effectRef idx="0">
              <a:schemeClr val="accent1"/>
            </a:effectRef>
            <a:fontRef idx="minor"/>
          </p:style>
          <p:txBody>
            <a:bodyPr lIns="90000" rIns="90000" tIns="45000" bIns="45000" anchor="t">
              <a:noAutofit/>
            </a:bodyPr>
            <a:p>
              <a:pPr marL="285840" indent="-285840">
                <a:lnSpc>
                  <a:spcPct val="100000"/>
                </a:lnSpc>
                <a:buClr>
                  <a:srgbClr val="000000"/>
                </a:buClr>
                <a:buFont typeface="Arial"/>
                <a:buChar char="•"/>
              </a:pPr>
              <a:r>
                <a:rPr b="0" lang="en-CH" sz="2400" strike="noStrike" u="none">
                  <a:solidFill>
                    <a:srgbClr val="000000"/>
                  </a:solidFill>
                  <a:effectLst/>
                  <a:uFillTx/>
                  <a:latin typeface="Calibri"/>
                  <a:ea typeface="DejaVu Sans"/>
                </a:rPr>
                <a:t>Size</a:t>
              </a:r>
              <a:endParaRPr b="0" lang="en-US" sz="2400" strike="noStrike" u="none">
                <a:solidFill>
                  <a:srgbClr val="000000"/>
                </a:solidFill>
                <a:effectLst/>
                <a:uFillTx/>
                <a:latin typeface="Arial"/>
              </a:endParaRPr>
            </a:p>
            <a:p>
              <a:pPr marL="285840" indent="-285840">
                <a:lnSpc>
                  <a:spcPct val="100000"/>
                </a:lnSpc>
                <a:buClr>
                  <a:srgbClr val="000000"/>
                </a:buClr>
                <a:buFont typeface="Arial"/>
                <a:buChar char="•"/>
              </a:pPr>
              <a:r>
                <a:rPr b="0" lang="en-CH" sz="2400" strike="noStrike" u="none">
                  <a:solidFill>
                    <a:srgbClr val="000000"/>
                  </a:solidFill>
                  <a:effectLst/>
                  <a:uFillTx/>
                  <a:latin typeface="Calibri"/>
                  <a:ea typeface="DejaVu Sans"/>
                </a:rPr>
                <a:t>Access ease</a:t>
              </a:r>
              <a:endParaRPr b="0" lang="en-US" sz="2400" strike="noStrike" u="none">
                <a:solidFill>
                  <a:srgbClr val="000000"/>
                </a:solidFill>
                <a:effectLst/>
                <a:uFillTx/>
                <a:latin typeface="Arial"/>
              </a:endParaRPr>
            </a:p>
            <a:p>
              <a:pPr marL="285840" indent="-285840">
                <a:lnSpc>
                  <a:spcPct val="100000"/>
                </a:lnSpc>
                <a:buClr>
                  <a:srgbClr val="000000"/>
                </a:buClr>
                <a:buFont typeface="Arial"/>
                <a:buChar char="•"/>
              </a:pPr>
              <a:r>
                <a:rPr b="0" lang="en-CH" sz="2400" strike="noStrike" u="none">
                  <a:solidFill>
                    <a:srgbClr val="000000"/>
                  </a:solidFill>
                  <a:effectLst/>
                  <a:uFillTx/>
                  <a:latin typeface="Calibri"/>
                  <a:ea typeface="DejaVu Sans"/>
                </a:rPr>
                <a:t>Access time</a:t>
              </a:r>
              <a:endParaRPr b="0" lang="en-US" sz="2400" strike="noStrike" u="none">
                <a:solidFill>
                  <a:srgbClr val="000000"/>
                </a:solidFill>
                <a:effectLst/>
                <a:uFillTx/>
                <a:latin typeface="Arial"/>
              </a:endParaRPr>
            </a:p>
            <a:p>
              <a:pPr>
                <a:lnSpc>
                  <a:spcPct val="100000"/>
                </a:lnSpc>
              </a:pPr>
              <a:endParaRPr b="0" lang="en-US" sz="2400" strike="noStrike" u="none">
                <a:solidFill>
                  <a:srgbClr val="000000"/>
                </a:solidFill>
                <a:effectLst/>
                <a:uFillTx/>
                <a:latin typeface="Arial"/>
              </a:endParaRPr>
            </a:p>
            <a:p>
              <a:pPr>
                <a:lnSpc>
                  <a:spcPct val="100000"/>
                </a:lnSpc>
              </a:pPr>
              <a:endParaRPr b="0" lang="en-US" sz="2400" strike="noStrike" u="none">
                <a:solidFill>
                  <a:srgbClr val="000000"/>
                </a:solidFill>
                <a:effectLst/>
                <a:uFillTx/>
                <a:latin typeface="Arial"/>
              </a:endParaRPr>
            </a:p>
          </p:txBody>
        </p:sp>
        <p:sp>
          <p:nvSpPr>
            <p:cNvPr id="240" name="Rectangle 7"/>
            <p:cNvSpPr/>
            <p:nvPr/>
          </p:nvSpPr>
          <p:spPr>
            <a:xfrm>
              <a:off x="1076400" y="1440000"/>
              <a:ext cx="2838240" cy="846000"/>
            </a:xfrm>
            <a:prstGeom prst="rect">
              <a:avLst/>
            </a:prstGeom>
            <a:solidFill>
              <a:schemeClr val="accent1">
                <a:lumMod val="60000"/>
                <a:lumOff val="40000"/>
              </a:schemeClr>
            </a:solidFill>
            <a:ln>
              <a:solidFill>
                <a:srgbClr val="000000"/>
              </a:solidFill>
            </a:ln>
          </p:spPr>
          <p:style>
            <a:lnRef idx="2">
              <a:schemeClr val="accent1">
                <a:shade val="15000"/>
              </a:schemeClr>
            </a:lnRef>
            <a:fillRef idx="1">
              <a:schemeClr val="accent1"/>
            </a:fillRef>
            <a:effectRef idx="0">
              <a:schemeClr val="accent1"/>
            </a:effectRef>
            <a:fontRef idx="minor"/>
          </p:style>
          <p:txBody>
            <a:bodyPr lIns="90000" rIns="90000" tIns="45000" bIns="45000" anchor="t">
              <a:noAutofit/>
            </a:bodyPr>
            <a:p>
              <a:pPr algn="ctr">
                <a:lnSpc>
                  <a:spcPct val="100000"/>
                </a:lnSpc>
              </a:pPr>
              <a:r>
                <a:rPr b="1" lang="en-CH" sz="2400" strike="noStrike" u="none">
                  <a:solidFill>
                    <a:srgbClr val="000000"/>
                  </a:solidFill>
                  <a:effectLst/>
                  <a:uFillTx/>
                  <a:latin typeface="Calibri"/>
                  <a:ea typeface="DejaVu Sans"/>
                </a:rPr>
                <a:t>Storage</a:t>
              </a:r>
              <a:endParaRPr b="0" lang="en-US" sz="2400" strike="noStrike" u="none">
                <a:solidFill>
                  <a:srgbClr val="000000"/>
                </a:solidFill>
                <a:effectLst/>
                <a:uFillTx/>
                <a:latin typeface="Arial"/>
              </a:endParaRPr>
            </a:p>
          </p:txBody>
        </p:sp>
      </p:grpSp>
      <p:grpSp>
        <p:nvGrpSpPr>
          <p:cNvPr id="241" name="Group 17"/>
          <p:cNvGrpSpPr/>
          <p:nvPr/>
        </p:nvGrpSpPr>
        <p:grpSpPr>
          <a:xfrm>
            <a:off x="4678200" y="1440000"/>
            <a:ext cx="2838240" cy="4302360"/>
            <a:chOff x="4678200" y="1440000"/>
            <a:chExt cx="2838240" cy="4302360"/>
          </a:xfrm>
        </p:grpSpPr>
        <p:sp>
          <p:nvSpPr>
            <p:cNvPr id="242" name="Rectangle 18"/>
            <p:cNvSpPr/>
            <p:nvPr/>
          </p:nvSpPr>
          <p:spPr>
            <a:xfrm>
              <a:off x="4678200" y="2287080"/>
              <a:ext cx="2838240" cy="3455280"/>
            </a:xfrm>
            <a:prstGeom prst="rect">
              <a:avLst/>
            </a:prstGeom>
            <a:solidFill>
              <a:schemeClr val="accent6">
                <a:lumMod val="20000"/>
                <a:lumOff val="80000"/>
              </a:schemeClr>
            </a:solidFill>
            <a:ln>
              <a:solidFill>
                <a:srgbClr val="000000"/>
              </a:solidFill>
            </a:ln>
          </p:spPr>
          <p:style>
            <a:lnRef idx="2">
              <a:schemeClr val="accent1">
                <a:shade val="15000"/>
              </a:schemeClr>
            </a:lnRef>
            <a:fillRef idx="1">
              <a:schemeClr val="accent1"/>
            </a:fillRef>
            <a:effectRef idx="0">
              <a:schemeClr val="accent1"/>
            </a:effectRef>
            <a:fontRef idx="minor"/>
          </p:style>
          <p:txBody>
            <a:bodyPr lIns="90000" rIns="90000" tIns="45000" bIns="45000" anchor="t">
              <a:noAutofit/>
            </a:bodyPr>
            <a:p>
              <a:pPr marL="285840" indent="-285840">
                <a:lnSpc>
                  <a:spcPct val="100000"/>
                </a:lnSpc>
                <a:buClr>
                  <a:srgbClr val="000000"/>
                </a:buClr>
                <a:buFont typeface="Arial"/>
                <a:buChar char="•"/>
              </a:pPr>
              <a:r>
                <a:rPr b="0" lang="en-US" sz="2400" strike="noStrike" u="none">
                  <a:solidFill>
                    <a:srgbClr val="000000"/>
                  </a:solidFill>
                  <a:effectLst/>
                  <a:uFillTx/>
                  <a:latin typeface="Calibri"/>
                  <a:ea typeface="DejaVu Sans"/>
                </a:rPr>
                <a:t>Efficient processing </a:t>
              </a:r>
              <a:br>
                <a:rPr sz="2400"/>
              </a:br>
              <a:r>
                <a:rPr b="0" lang="en-US" sz="2400" strike="noStrike" u="none">
                  <a:solidFill>
                    <a:srgbClr val="000000"/>
                  </a:solidFill>
                  <a:effectLst/>
                  <a:uFillTx/>
                  <a:latin typeface="Calibri"/>
                  <a:ea typeface="DejaVu Sans"/>
                </a:rPr>
                <a:t>(no for-loops!)</a:t>
              </a:r>
              <a:br>
                <a:rPr sz="2400"/>
              </a:br>
              <a:r>
                <a:rPr b="0" lang="en-US" sz="2400" strike="noStrike" u="none">
                  <a:solidFill>
                    <a:srgbClr val="000000"/>
                  </a:solidFill>
                  <a:effectLst/>
                  <a:uFillTx/>
                  <a:latin typeface="Calibri"/>
                  <a:ea typeface="DejaVu Sans"/>
                </a:rPr>
                <a:t> </a:t>
              </a:r>
              <a:endParaRPr b="0" lang="en-US" sz="2400" strike="noStrike" u="none">
                <a:solidFill>
                  <a:srgbClr val="000000"/>
                </a:solidFill>
                <a:effectLst/>
                <a:uFillTx/>
                <a:latin typeface="Arial"/>
              </a:endParaRPr>
            </a:p>
            <a:p>
              <a:pPr marL="285840" indent="-285840">
                <a:lnSpc>
                  <a:spcPct val="100000"/>
                </a:lnSpc>
                <a:buClr>
                  <a:srgbClr val="000000"/>
                </a:buClr>
                <a:buFont typeface="Arial"/>
                <a:buChar char="•"/>
              </a:pPr>
              <a:r>
                <a:rPr b="0" lang="en-US" sz="2400" strike="noStrike" u="none">
                  <a:solidFill>
                    <a:srgbClr val="000000"/>
                  </a:solidFill>
                  <a:effectLst/>
                  <a:uFillTx/>
                  <a:latin typeface="Calibri"/>
                  <a:ea typeface="DejaVu Sans"/>
                </a:rPr>
                <a:t>Organizing data so that analyses are easy</a:t>
              </a:r>
              <a:endParaRPr b="0" lang="en-US" sz="2400" strike="noStrike" u="none">
                <a:solidFill>
                  <a:srgbClr val="000000"/>
                </a:solidFill>
                <a:effectLst/>
                <a:uFillTx/>
                <a:latin typeface="Arial"/>
              </a:endParaRPr>
            </a:p>
          </p:txBody>
        </p:sp>
        <p:sp>
          <p:nvSpPr>
            <p:cNvPr id="243" name="Rectangle 19"/>
            <p:cNvSpPr/>
            <p:nvPr/>
          </p:nvSpPr>
          <p:spPr>
            <a:xfrm>
              <a:off x="4678200" y="1440000"/>
              <a:ext cx="2838240" cy="846000"/>
            </a:xfrm>
            <a:prstGeom prst="rect">
              <a:avLst/>
            </a:prstGeom>
            <a:solidFill>
              <a:schemeClr val="accent6">
                <a:lumMod val="60000"/>
                <a:lumOff val="40000"/>
              </a:schemeClr>
            </a:solidFill>
            <a:ln>
              <a:solidFill>
                <a:srgbClr val="000000"/>
              </a:solidFill>
            </a:ln>
          </p:spPr>
          <p:style>
            <a:lnRef idx="2">
              <a:schemeClr val="accent1">
                <a:shade val="15000"/>
              </a:schemeClr>
            </a:lnRef>
            <a:fillRef idx="1">
              <a:schemeClr val="accent1"/>
            </a:fillRef>
            <a:effectRef idx="0">
              <a:schemeClr val="accent1"/>
            </a:effectRef>
            <a:fontRef idx="minor"/>
          </p:style>
          <p:txBody>
            <a:bodyPr lIns="90000" rIns="90000" tIns="45000" bIns="45000" anchor="t">
              <a:noAutofit/>
            </a:bodyPr>
            <a:p>
              <a:pPr algn="ctr">
                <a:lnSpc>
                  <a:spcPct val="100000"/>
                </a:lnSpc>
              </a:pPr>
              <a:r>
                <a:rPr b="1" lang="en-CH" sz="2400" strike="noStrike" u="none">
                  <a:solidFill>
                    <a:srgbClr val="000000"/>
                  </a:solidFill>
                  <a:effectLst/>
                  <a:uFillTx/>
                  <a:latin typeface="Calibri"/>
                  <a:ea typeface="DejaVu Sans"/>
                </a:rPr>
                <a:t>Processing</a:t>
              </a:r>
              <a:endParaRPr b="0" lang="en-US" sz="2400" strike="noStrike" u="none">
                <a:solidFill>
                  <a:srgbClr val="000000"/>
                </a:solidFill>
                <a:effectLst/>
                <a:uFillTx/>
                <a:latin typeface="Arial"/>
              </a:endParaRPr>
            </a:p>
          </p:txBody>
        </p:sp>
      </p:grpSp>
      <p:grpSp>
        <p:nvGrpSpPr>
          <p:cNvPr id="244" name="Group 20"/>
          <p:cNvGrpSpPr/>
          <p:nvPr/>
        </p:nvGrpSpPr>
        <p:grpSpPr>
          <a:xfrm>
            <a:off x="8274600" y="1440000"/>
            <a:ext cx="2838240" cy="4302360"/>
            <a:chOff x="8274600" y="1440000"/>
            <a:chExt cx="2838240" cy="4302360"/>
          </a:xfrm>
        </p:grpSpPr>
        <p:sp>
          <p:nvSpPr>
            <p:cNvPr id="245" name="Rectangle 21"/>
            <p:cNvSpPr/>
            <p:nvPr/>
          </p:nvSpPr>
          <p:spPr>
            <a:xfrm>
              <a:off x="8274600" y="2219760"/>
              <a:ext cx="2838240" cy="3522600"/>
            </a:xfrm>
            <a:prstGeom prst="rect">
              <a:avLst/>
            </a:prstGeom>
            <a:solidFill>
              <a:schemeClr val="accent2">
                <a:lumMod val="20000"/>
                <a:lumOff val="80000"/>
              </a:schemeClr>
            </a:solidFill>
            <a:ln>
              <a:solidFill>
                <a:srgbClr val="000000"/>
              </a:solidFill>
            </a:ln>
          </p:spPr>
          <p:style>
            <a:lnRef idx="2">
              <a:schemeClr val="accent1">
                <a:shade val="15000"/>
              </a:schemeClr>
            </a:lnRef>
            <a:fillRef idx="1">
              <a:schemeClr val="accent1"/>
            </a:fillRef>
            <a:effectRef idx="0">
              <a:schemeClr val="accent1"/>
            </a:effectRef>
            <a:fontRef idx="minor"/>
          </p:style>
          <p:txBody>
            <a:bodyPr lIns="90000" rIns="90000" tIns="45000" bIns="45000" anchor="t">
              <a:noAutofit/>
            </a:bodyPr>
            <a:p>
              <a:pPr marL="285840" indent="-285840">
                <a:lnSpc>
                  <a:spcPct val="100000"/>
                </a:lnSpc>
                <a:buClr>
                  <a:srgbClr val="000000"/>
                </a:buClr>
                <a:buFont typeface="Arial"/>
                <a:buChar char="•"/>
              </a:pPr>
              <a:r>
                <a:rPr b="0" lang="en-US" sz="2400" strike="noStrike" u="none">
                  <a:solidFill>
                    <a:srgbClr val="000000"/>
                  </a:solidFill>
                  <a:effectLst/>
                  <a:uFillTx/>
                  <a:latin typeface="Calibri"/>
                  <a:ea typeface="DejaVu Sans"/>
                </a:rPr>
                <a:t>Versioning</a:t>
              </a:r>
              <a:endParaRPr b="0" lang="en-US" sz="2400" strike="noStrike" u="none">
                <a:solidFill>
                  <a:srgbClr val="000000"/>
                </a:solidFill>
                <a:effectLst/>
                <a:uFillTx/>
                <a:latin typeface="Arial"/>
              </a:endParaRPr>
            </a:p>
            <a:p>
              <a:pPr marL="285840" indent="-285840">
                <a:lnSpc>
                  <a:spcPct val="100000"/>
                </a:lnSpc>
                <a:buClr>
                  <a:srgbClr val="000000"/>
                </a:buClr>
                <a:buFont typeface="Arial"/>
                <a:buChar char="•"/>
              </a:pPr>
              <a:r>
                <a:rPr b="0" lang="en-US" sz="2400" strike="noStrike" u="none">
                  <a:solidFill>
                    <a:srgbClr val="000000"/>
                  </a:solidFill>
                  <a:effectLst/>
                  <a:uFillTx/>
                  <a:latin typeface="Calibri"/>
                  <a:ea typeface="DejaVu Sans"/>
                </a:rPr>
                <a:t>Lineage tracing (which script / other data was used to generate this?)</a:t>
              </a:r>
              <a:endParaRPr b="0" lang="en-US" sz="2400" strike="noStrike" u="none">
                <a:solidFill>
                  <a:srgbClr val="000000"/>
                </a:solidFill>
                <a:effectLst/>
                <a:uFillTx/>
                <a:latin typeface="Arial"/>
              </a:endParaRPr>
            </a:p>
            <a:p>
              <a:pPr marL="285840" indent="-285840">
                <a:lnSpc>
                  <a:spcPct val="100000"/>
                </a:lnSpc>
                <a:buClr>
                  <a:srgbClr val="000000"/>
                </a:buClr>
                <a:buFont typeface="Arial"/>
                <a:buChar char="•"/>
              </a:pPr>
              <a:r>
                <a:rPr b="0" lang="en-US" sz="2400" strike="noStrike" u="none">
                  <a:solidFill>
                    <a:srgbClr val="000000"/>
                  </a:solidFill>
                  <a:effectLst/>
                  <a:uFillTx/>
                  <a:latin typeface="Calibri"/>
                  <a:ea typeface="DejaVu Sans"/>
                </a:rPr>
                <a:t>Ease of sharing</a:t>
              </a:r>
              <a:endParaRPr b="0" lang="en-US" sz="2400" strike="noStrike" u="none">
                <a:solidFill>
                  <a:srgbClr val="000000"/>
                </a:solidFill>
                <a:effectLst/>
                <a:uFillTx/>
                <a:latin typeface="Arial"/>
              </a:endParaRPr>
            </a:p>
          </p:txBody>
        </p:sp>
        <p:sp>
          <p:nvSpPr>
            <p:cNvPr id="246" name="Rectangle 22"/>
            <p:cNvSpPr/>
            <p:nvPr/>
          </p:nvSpPr>
          <p:spPr>
            <a:xfrm>
              <a:off x="8274600" y="1440000"/>
              <a:ext cx="2838240" cy="778680"/>
            </a:xfrm>
            <a:prstGeom prst="rect">
              <a:avLst/>
            </a:prstGeom>
            <a:solidFill>
              <a:schemeClr val="accent2">
                <a:lumMod val="60000"/>
                <a:lumOff val="40000"/>
              </a:schemeClr>
            </a:solidFill>
            <a:ln>
              <a:solidFill>
                <a:srgbClr val="000000"/>
              </a:solidFill>
            </a:ln>
          </p:spPr>
          <p:style>
            <a:lnRef idx="2">
              <a:schemeClr val="accent1">
                <a:shade val="15000"/>
              </a:schemeClr>
            </a:lnRef>
            <a:fillRef idx="1">
              <a:schemeClr val="accent1"/>
            </a:fillRef>
            <a:effectRef idx="0">
              <a:schemeClr val="accent1"/>
            </a:effectRef>
            <a:fontRef idx="minor"/>
          </p:style>
          <p:txBody>
            <a:bodyPr lIns="90000" rIns="90000" tIns="45000" bIns="45000" anchor="t">
              <a:noAutofit/>
            </a:bodyPr>
            <a:p>
              <a:pPr algn="ctr">
                <a:lnSpc>
                  <a:spcPct val="100000"/>
                </a:lnSpc>
              </a:pPr>
              <a:r>
                <a:rPr b="1" lang="en-CH" sz="2400" strike="noStrike" u="none">
                  <a:solidFill>
                    <a:srgbClr val="000000"/>
                  </a:solidFill>
                  <a:effectLst/>
                  <a:uFillTx/>
                  <a:latin typeface="Calibri"/>
                  <a:ea typeface="DejaVu Sans"/>
                </a:rPr>
                <a:t>Reproducibility and collaboration</a:t>
              </a:r>
              <a:endParaRPr b="0" lang="en-US" sz="2400" strike="noStrike" u="none">
                <a:solidFill>
                  <a:srgbClr val="000000"/>
                </a:solidFill>
                <a:effectLst/>
                <a:uFillTx/>
                <a:latin typeface="Arial"/>
              </a:endParaRPr>
            </a:p>
          </p:txBody>
        </p:sp>
      </p:grpSp>
      <p:sp>
        <p:nvSpPr>
          <p:cNvPr id="247" name="Rectangle 10"/>
          <p:cNvSpPr/>
          <p:nvPr/>
        </p:nvSpPr>
        <p:spPr>
          <a:xfrm>
            <a:off x="4367520" y="1132920"/>
            <a:ext cx="3527280" cy="4959360"/>
          </a:xfrm>
          <a:prstGeom prst="rect">
            <a:avLst/>
          </a:prstGeom>
          <a:solidFill>
            <a:srgbClr val="ffff00">
              <a:alpha val="23000"/>
            </a:srgbClr>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US" sz="1800" strike="noStrike" u="none">
              <a:solidFill>
                <a:schemeClr val="lt1"/>
              </a:solidFill>
              <a:effectLst/>
              <a:uFillTx/>
              <a:latin typeface="Calibri"/>
              <a:ea typeface="DejaVu Sans"/>
            </a:endParaRPr>
          </a:p>
        </p:txBody>
      </p:sp>
      <p:sp>
        <p:nvSpPr>
          <p:cNvPr id="4" name="PlaceHolder 3"/>
          <p:cNvSpPr>
            <a:spLocks noGrp="1"/>
          </p:cNvSpPr>
          <p:nvPr>
            <p:ph type="ftr" idx="37"/>
          </p:nvPr>
        </p:nvSpPr>
        <p:spPr/>
        <p:txBody>
          <a:bodyPr/>
          <a:p>
            <a:r>
              <a:t>Data, v1.0</a:t>
            </a:r>
          </a:p>
        </p:txBody>
      </p:sp>
      <p:sp>
        <p:nvSpPr>
          <p:cNvPr id="5" name="PlaceHolder 4"/>
          <p:cNvSpPr>
            <a:spLocks noGrp="1"/>
          </p:cNvSpPr>
          <p:nvPr>
            <p:ph type="sldNum" idx="38"/>
          </p:nvPr>
        </p:nvSpPr>
        <p:spPr/>
        <p:txBody>
          <a:bodyPr/>
          <a:p>
            <a:fld id="{D93F993F-4599-4465-A940-2FB0462822B7}" type="slidenum">
              <a:t>3</a:t>
            </a:fld>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8"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fontScale="92500" lnSpcReduction="19999"/>
          </a:bodyPr>
          <a:p>
            <a:pPr indent="0">
              <a:lnSpc>
                <a:spcPct val="90000"/>
              </a:lnSpc>
              <a:buNone/>
              <a:tabLst>
                <a:tab algn="l" pos="0"/>
              </a:tabLst>
            </a:pPr>
            <a:r>
              <a:rPr b="1" lang="en-US" sz="4400" strike="noStrike" u="none">
                <a:solidFill>
                  <a:srgbClr val="000000"/>
                </a:solidFill>
                <a:effectLst/>
                <a:uFillTx/>
                <a:latin typeface="Calibri Light"/>
              </a:rPr>
              <a:t>Hands-on</a:t>
            </a:r>
            <a:br>
              <a:rPr sz="4400"/>
            </a:br>
            <a:r>
              <a:rPr b="0" lang="en-US" sz="3600" strike="noStrike" u="none">
                <a:solidFill>
                  <a:srgbClr val="000000"/>
                </a:solidFill>
                <a:effectLst/>
                <a:uFillTx/>
                <a:latin typeface="Calibri Light"/>
              </a:rPr>
              <a:t>What data structure would you use to represent…</a:t>
            </a:r>
            <a:endParaRPr b="0" lang="en-US" sz="3600" strike="noStrike" u="none">
              <a:solidFill>
                <a:srgbClr val="000000"/>
              </a:solidFill>
              <a:effectLst/>
              <a:uFillTx/>
              <a:latin typeface="Arial"/>
            </a:endParaRPr>
          </a:p>
        </p:txBody>
      </p:sp>
      <p:sp>
        <p:nvSpPr>
          <p:cNvPr id="249" name="PlaceHolder 2"/>
          <p:cNvSpPr>
            <a:spLocks noGrp="1"/>
          </p:cNvSpPr>
          <p:nvPr>
            <p:ph type="dt" idx="114"/>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grpSp>
        <p:nvGrpSpPr>
          <p:cNvPr id="250" name="Group 1"/>
          <p:cNvGrpSpPr/>
          <p:nvPr/>
        </p:nvGrpSpPr>
        <p:grpSpPr>
          <a:xfrm>
            <a:off x="11052360" y="205920"/>
            <a:ext cx="826920" cy="701640"/>
            <a:chOff x="11052360" y="205920"/>
            <a:chExt cx="826920" cy="701640"/>
          </a:xfrm>
        </p:grpSpPr>
        <p:sp>
          <p:nvSpPr>
            <p:cNvPr id="251" name="Rectangle 7"/>
            <p:cNvSpPr/>
            <p:nvPr/>
          </p:nvSpPr>
          <p:spPr>
            <a:xfrm>
              <a:off x="11052360" y="205920"/>
              <a:ext cx="826920" cy="70164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DE" sz="1800" strike="noStrike" u="none">
                <a:solidFill>
                  <a:srgbClr val="000000"/>
                </a:solidFill>
                <a:effectLst/>
                <a:uFillTx/>
                <a:latin typeface="Courier New"/>
                <a:ea typeface="DejaVu Sans"/>
              </a:endParaRPr>
            </a:p>
          </p:txBody>
        </p:sp>
        <p:pic>
          <p:nvPicPr>
            <p:cNvPr id="252" name="Graphic 10" descr=""/>
            <p:cNvPicPr/>
            <p:nvPr/>
          </p:nvPicPr>
          <p:blipFill>
            <a:blip r:embed="rId1"/>
            <a:stretch/>
          </p:blipFill>
          <p:spPr>
            <a:xfrm>
              <a:off x="11119320" y="279720"/>
              <a:ext cx="693360" cy="554400"/>
            </a:xfrm>
            <a:prstGeom prst="rect">
              <a:avLst/>
            </a:prstGeom>
            <a:noFill/>
            <a:ln w="0">
              <a:noFill/>
            </a:ln>
          </p:spPr>
        </p:pic>
      </p:grpSp>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89BC52C0-2A01-4D8D-8709-EBCD8F83DE74}" type="slidenum">
              <a:t>4</a:t>
            </a:fld>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Rectangle 7"/>
          <p:cNvSpPr/>
          <p:nvPr/>
        </p:nvSpPr>
        <p:spPr>
          <a:xfrm>
            <a:off x="11052360" y="205920"/>
            <a:ext cx="826920" cy="70164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DE" sz="1800" strike="noStrike" u="none">
              <a:solidFill>
                <a:srgbClr val="000000"/>
              </a:solidFill>
              <a:effectLst/>
              <a:uFillTx/>
              <a:latin typeface="Courier New"/>
              <a:ea typeface="DejaVu Sans"/>
            </a:endParaRPr>
          </a:p>
        </p:txBody>
      </p:sp>
      <p:sp>
        <p:nvSpPr>
          <p:cNvPr id="254"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fontScale="92500" lnSpcReduction="19999"/>
          </a:bodyPr>
          <a:p>
            <a:pPr indent="0">
              <a:lnSpc>
                <a:spcPct val="90000"/>
              </a:lnSpc>
              <a:buNone/>
              <a:tabLst>
                <a:tab algn="l" pos="0"/>
              </a:tabLst>
            </a:pPr>
            <a:r>
              <a:rPr b="1" lang="en-US" sz="4400" strike="noStrike" u="none">
                <a:solidFill>
                  <a:srgbClr val="000000"/>
                </a:solidFill>
                <a:effectLst/>
                <a:uFillTx/>
                <a:latin typeface="Calibri Light"/>
              </a:rPr>
              <a:t>Hands-on</a:t>
            </a:r>
            <a:br>
              <a:rPr sz="4400"/>
            </a:br>
            <a:r>
              <a:rPr b="0" lang="en-US" sz="3600" strike="noStrike" u="none">
                <a:solidFill>
                  <a:srgbClr val="000000"/>
                </a:solidFill>
                <a:effectLst/>
                <a:uFillTx/>
                <a:latin typeface="Calibri Light"/>
              </a:rPr>
              <a:t>What data structure would you use to represent…</a:t>
            </a:r>
            <a:endParaRPr b="0" lang="en-US" sz="3600" strike="noStrike" u="none">
              <a:solidFill>
                <a:srgbClr val="000000"/>
              </a:solidFill>
              <a:effectLst/>
              <a:uFillTx/>
              <a:latin typeface="Arial"/>
            </a:endParaRPr>
          </a:p>
        </p:txBody>
      </p:sp>
      <p:sp>
        <p:nvSpPr>
          <p:cNvPr id="255" name="PlaceHolder 2"/>
          <p:cNvSpPr>
            <a:spLocks noGrp="1"/>
          </p:cNvSpPr>
          <p:nvPr>
            <p:ph type="dt" idx="115"/>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pic>
        <p:nvPicPr>
          <p:cNvPr id="256" name="Graphic 10" descr=""/>
          <p:cNvPicPr/>
          <p:nvPr/>
        </p:nvPicPr>
        <p:blipFill>
          <a:blip r:embed="rId1"/>
          <a:stretch/>
        </p:blipFill>
        <p:spPr>
          <a:xfrm>
            <a:off x="11119320" y="279720"/>
            <a:ext cx="693360" cy="554400"/>
          </a:xfrm>
          <a:prstGeom prst="rect">
            <a:avLst/>
          </a:prstGeom>
          <a:noFill/>
          <a:ln w="0">
            <a:noFill/>
          </a:ln>
        </p:spPr>
      </p:pic>
      <p:sp>
        <p:nvSpPr>
          <p:cNvPr id="257" name="TextBox 15"/>
          <p:cNvSpPr/>
          <p:nvPr/>
        </p:nvSpPr>
        <p:spPr>
          <a:xfrm>
            <a:off x="2108880" y="1828800"/>
            <a:ext cx="2500200" cy="394560"/>
          </a:xfrm>
          <a:prstGeom prst="rect">
            <a:avLst/>
          </a:prstGeom>
          <a:solidFill>
            <a:srgbClr val="f0d0d5"/>
          </a:solidFill>
          <a:ln w="0">
            <a:noFill/>
          </a:ln>
        </p:spPr>
        <p:style>
          <a:lnRef idx="0"/>
          <a:fillRef idx="0"/>
          <a:effectRef idx="0"/>
          <a:fontRef idx="minor"/>
        </p:style>
        <p:txBody>
          <a:bodyPr lIns="90000" rIns="90000" tIns="45000" bIns="45000" anchor="t">
            <a:spAutoFit/>
          </a:bodyPr>
          <a:p>
            <a:pPr algn="ctr">
              <a:lnSpc>
                <a:spcPct val="100000"/>
              </a:lnSpc>
            </a:pPr>
            <a:r>
              <a:rPr b="0" lang="en-US" sz="2000" strike="noStrike" u="none">
                <a:solidFill>
                  <a:srgbClr val="000000"/>
                </a:solidFill>
                <a:effectLst/>
                <a:uFillTx/>
                <a:latin typeface="Calibri"/>
                <a:ea typeface="DejaVu Sans"/>
              </a:rPr>
              <a:t>A sound wave?</a:t>
            </a:r>
            <a:endParaRPr b="0" lang="en-US" sz="2000" strike="noStrike" u="none">
              <a:solidFill>
                <a:srgbClr val="000000"/>
              </a:solidFill>
              <a:effectLst/>
              <a:uFillTx/>
              <a:latin typeface="Arial"/>
            </a:endParaRPr>
          </a:p>
        </p:txBody>
      </p:sp>
      <p:pic>
        <p:nvPicPr>
          <p:cNvPr id="258" name="Picture 2" descr=""/>
          <p:cNvPicPr/>
          <p:nvPr/>
        </p:nvPicPr>
        <p:blipFill>
          <a:blip r:embed="rId2"/>
          <a:stretch/>
        </p:blipFill>
        <p:spPr>
          <a:xfrm>
            <a:off x="1230120" y="2469600"/>
            <a:ext cx="4258440" cy="2864160"/>
          </a:xfrm>
          <a:prstGeom prst="rect">
            <a:avLst/>
          </a:prstGeom>
          <a:noFill/>
          <a:ln w="0">
            <a:noFill/>
          </a:ln>
        </p:spPr>
      </p:pic>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E7C3BCEB-41CC-4B7D-815D-7B116C0F2E2D}" type="slidenum">
              <a:t>5</a:t>
            </a:fld>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Rectangle 7"/>
          <p:cNvSpPr/>
          <p:nvPr/>
        </p:nvSpPr>
        <p:spPr>
          <a:xfrm>
            <a:off x="11052360" y="205920"/>
            <a:ext cx="826920" cy="70164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DE" sz="1800" strike="noStrike" u="none">
              <a:solidFill>
                <a:srgbClr val="000000"/>
              </a:solidFill>
              <a:effectLst/>
              <a:uFillTx/>
              <a:latin typeface="Courier New"/>
              <a:ea typeface="DejaVu Sans"/>
            </a:endParaRPr>
          </a:p>
        </p:txBody>
      </p:sp>
      <p:sp>
        <p:nvSpPr>
          <p:cNvPr id="260"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fontScale="92500" lnSpcReduction="19999"/>
          </a:bodyPr>
          <a:p>
            <a:pPr indent="0">
              <a:lnSpc>
                <a:spcPct val="90000"/>
              </a:lnSpc>
              <a:buNone/>
              <a:tabLst>
                <a:tab algn="l" pos="0"/>
              </a:tabLst>
            </a:pPr>
            <a:r>
              <a:rPr b="1" lang="en-US" sz="4400" strike="noStrike" u="none">
                <a:solidFill>
                  <a:srgbClr val="000000"/>
                </a:solidFill>
                <a:effectLst/>
                <a:uFillTx/>
                <a:latin typeface="Calibri Light"/>
              </a:rPr>
              <a:t>Hands-on</a:t>
            </a:r>
            <a:br>
              <a:rPr sz="4400"/>
            </a:br>
            <a:r>
              <a:rPr b="0" lang="en-US" sz="3600" strike="noStrike" u="none">
                <a:solidFill>
                  <a:srgbClr val="000000"/>
                </a:solidFill>
                <a:effectLst/>
                <a:uFillTx/>
                <a:latin typeface="Calibri Light"/>
              </a:rPr>
              <a:t>What data structure would you use to represent…</a:t>
            </a:r>
            <a:endParaRPr b="0" lang="en-US" sz="3600" strike="noStrike" u="none">
              <a:solidFill>
                <a:srgbClr val="000000"/>
              </a:solidFill>
              <a:effectLst/>
              <a:uFillTx/>
              <a:latin typeface="Arial"/>
            </a:endParaRPr>
          </a:p>
        </p:txBody>
      </p:sp>
      <p:sp>
        <p:nvSpPr>
          <p:cNvPr id="261" name="PlaceHolder 2"/>
          <p:cNvSpPr>
            <a:spLocks noGrp="1"/>
          </p:cNvSpPr>
          <p:nvPr>
            <p:ph type="dt" idx="116"/>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pic>
        <p:nvPicPr>
          <p:cNvPr id="262" name="Graphic 10" descr=""/>
          <p:cNvPicPr/>
          <p:nvPr/>
        </p:nvPicPr>
        <p:blipFill>
          <a:blip r:embed="rId1"/>
          <a:stretch/>
        </p:blipFill>
        <p:spPr>
          <a:xfrm>
            <a:off x="11119320" y="279720"/>
            <a:ext cx="693360" cy="554400"/>
          </a:xfrm>
          <a:prstGeom prst="rect">
            <a:avLst/>
          </a:prstGeom>
          <a:noFill/>
          <a:ln w="0">
            <a:noFill/>
          </a:ln>
        </p:spPr>
      </p:pic>
      <p:sp>
        <p:nvSpPr>
          <p:cNvPr id="263" name="TextBox 15"/>
          <p:cNvSpPr/>
          <p:nvPr/>
        </p:nvSpPr>
        <p:spPr>
          <a:xfrm>
            <a:off x="2108880" y="1828800"/>
            <a:ext cx="2500200" cy="394560"/>
          </a:xfrm>
          <a:prstGeom prst="rect">
            <a:avLst/>
          </a:prstGeom>
          <a:solidFill>
            <a:srgbClr val="f0d0d5"/>
          </a:solidFill>
          <a:ln w="0">
            <a:noFill/>
          </a:ln>
        </p:spPr>
        <p:style>
          <a:lnRef idx="0"/>
          <a:fillRef idx="0"/>
          <a:effectRef idx="0"/>
          <a:fontRef idx="minor"/>
        </p:style>
        <p:txBody>
          <a:bodyPr lIns="90000" rIns="90000" tIns="45000" bIns="45000" anchor="t">
            <a:spAutoFit/>
          </a:bodyPr>
          <a:p>
            <a:pPr algn="ctr">
              <a:lnSpc>
                <a:spcPct val="100000"/>
              </a:lnSpc>
            </a:pPr>
            <a:r>
              <a:rPr b="0" lang="en-US" sz="2000" strike="noStrike" u="none">
                <a:solidFill>
                  <a:srgbClr val="000000"/>
                </a:solidFill>
                <a:effectLst/>
                <a:uFillTx/>
                <a:latin typeface="Calibri"/>
                <a:ea typeface="DejaVu Sans"/>
              </a:rPr>
              <a:t>A sound wave?</a:t>
            </a:r>
            <a:endParaRPr b="0" lang="en-US" sz="2000" strike="noStrike" u="none">
              <a:solidFill>
                <a:srgbClr val="000000"/>
              </a:solidFill>
              <a:effectLst/>
              <a:uFillTx/>
              <a:latin typeface="Arial"/>
            </a:endParaRPr>
          </a:p>
        </p:txBody>
      </p:sp>
      <p:sp>
        <p:nvSpPr>
          <p:cNvPr id="264" name="TextBox 19"/>
          <p:cNvSpPr/>
          <p:nvPr/>
        </p:nvSpPr>
        <p:spPr>
          <a:xfrm>
            <a:off x="7376400" y="1828800"/>
            <a:ext cx="2528280" cy="394560"/>
          </a:xfrm>
          <a:prstGeom prst="rect">
            <a:avLst/>
          </a:prstGeom>
          <a:solidFill>
            <a:schemeClr val="accent6">
              <a:lumMod val="20000"/>
              <a:lumOff val="80000"/>
            </a:schemeClr>
          </a:solidFill>
          <a:ln w="0">
            <a:noFill/>
          </a:ln>
        </p:spPr>
        <p:style>
          <a:lnRef idx="0"/>
          <a:fillRef idx="0"/>
          <a:effectRef idx="0"/>
          <a:fontRef idx="minor"/>
        </p:style>
        <p:txBody>
          <a:bodyPr lIns="90000" rIns="90000" tIns="45000" bIns="45000" anchor="t">
            <a:spAutoFit/>
          </a:bodyPr>
          <a:p>
            <a:pPr algn="ctr">
              <a:lnSpc>
                <a:spcPct val="100000"/>
              </a:lnSpc>
            </a:pPr>
            <a:r>
              <a:rPr b="0" lang="en-US" sz="2000" strike="noStrike" u="none">
                <a:solidFill>
                  <a:srgbClr val="000000"/>
                </a:solidFill>
                <a:effectLst/>
                <a:uFillTx/>
                <a:latin typeface="Calibri"/>
                <a:ea typeface="DejaVu Sans"/>
              </a:rPr>
              <a:t>NumPy array</a:t>
            </a:r>
            <a:endParaRPr b="0" lang="en-US" sz="2000" strike="noStrike" u="none">
              <a:solidFill>
                <a:srgbClr val="000000"/>
              </a:solidFill>
              <a:effectLst/>
              <a:uFillTx/>
              <a:latin typeface="Arial"/>
            </a:endParaRPr>
          </a:p>
        </p:txBody>
      </p:sp>
      <p:pic>
        <p:nvPicPr>
          <p:cNvPr id="265" name="Picture 2" descr=""/>
          <p:cNvPicPr/>
          <p:nvPr/>
        </p:nvPicPr>
        <p:blipFill>
          <a:blip r:embed="rId2"/>
          <a:stretch/>
        </p:blipFill>
        <p:spPr>
          <a:xfrm>
            <a:off x="1230120" y="2469600"/>
            <a:ext cx="4258440" cy="2864160"/>
          </a:xfrm>
          <a:prstGeom prst="rect">
            <a:avLst/>
          </a:prstGeom>
          <a:noFill/>
          <a:ln w="0">
            <a:noFill/>
          </a:ln>
        </p:spPr>
      </p:pic>
      <p:pic>
        <p:nvPicPr>
          <p:cNvPr id="266" name="Picture 1" descr=""/>
          <p:cNvPicPr/>
          <p:nvPr/>
        </p:nvPicPr>
        <p:blipFill>
          <a:blip r:embed="rId3"/>
          <a:stretch/>
        </p:blipFill>
        <p:spPr>
          <a:xfrm>
            <a:off x="6239880" y="2554200"/>
            <a:ext cx="4800960" cy="2695320"/>
          </a:xfrm>
          <a:prstGeom prst="rect">
            <a:avLst/>
          </a:prstGeom>
          <a:noFill/>
          <a:ln w="0">
            <a:noFill/>
          </a:ln>
        </p:spPr>
      </p:pic>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7B8C4B58-87EB-49A3-9F6A-B4794A5F9AE9}" type="slidenum">
              <a:t>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7" name="Rectangle 7"/>
          <p:cNvSpPr/>
          <p:nvPr/>
        </p:nvSpPr>
        <p:spPr>
          <a:xfrm>
            <a:off x="11052360" y="205920"/>
            <a:ext cx="826920" cy="70164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DE" sz="1800" strike="noStrike" u="none">
              <a:solidFill>
                <a:srgbClr val="000000"/>
              </a:solidFill>
              <a:effectLst/>
              <a:uFillTx/>
              <a:latin typeface="Courier New"/>
              <a:ea typeface="DejaVu Sans"/>
            </a:endParaRPr>
          </a:p>
        </p:txBody>
      </p:sp>
      <p:sp>
        <p:nvSpPr>
          <p:cNvPr id="268"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fontScale="92500" lnSpcReduction="19999"/>
          </a:bodyPr>
          <a:p>
            <a:pPr indent="0">
              <a:lnSpc>
                <a:spcPct val="90000"/>
              </a:lnSpc>
              <a:buNone/>
              <a:tabLst>
                <a:tab algn="l" pos="0"/>
              </a:tabLst>
            </a:pPr>
            <a:r>
              <a:rPr b="1" lang="en-US" sz="4400" strike="noStrike" u="none">
                <a:solidFill>
                  <a:srgbClr val="000000"/>
                </a:solidFill>
                <a:effectLst/>
                <a:uFillTx/>
                <a:latin typeface="Calibri Light"/>
              </a:rPr>
              <a:t>Hands-on</a:t>
            </a:r>
            <a:br>
              <a:rPr sz="4400"/>
            </a:br>
            <a:r>
              <a:rPr b="0" lang="en-US" sz="3600" strike="noStrike" u="none">
                <a:solidFill>
                  <a:srgbClr val="000000"/>
                </a:solidFill>
                <a:effectLst/>
                <a:uFillTx/>
                <a:latin typeface="Calibri Light"/>
              </a:rPr>
              <a:t>What data structure would you use to represent…</a:t>
            </a:r>
            <a:endParaRPr b="0" lang="en-US" sz="3600" strike="noStrike" u="none">
              <a:solidFill>
                <a:srgbClr val="000000"/>
              </a:solidFill>
              <a:effectLst/>
              <a:uFillTx/>
              <a:latin typeface="Arial"/>
            </a:endParaRPr>
          </a:p>
        </p:txBody>
      </p:sp>
      <p:sp>
        <p:nvSpPr>
          <p:cNvPr id="269" name="PlaceHolder 2"/>
          <p:cNvSpPr>
            <a:spLocks noGrp="1"/>
          </p:cNvSpPr>
          <p:nvPr>
            <p:ph type="dt" idx="117"/>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pic>
        <p:nvPicPr>
          <p:cNvPr id="270" name="Graphic 10" descr=""/>
          <p:cNvPicPr/>
          <p:nvPr/>
        </p:nvPicPr>
        <p:blipFill>
          <a:blip r:embed="rId1"/>
          <a:stretch/>
        </p:blipFill>
        <p:spPr>
          <a:xfrm>
            <a:off x="11119320" y="279720"/>
            <a:ext cx="693360" cy="554400"/>
          </a:xfrm>
          <a:prstGeom prst="rect">
            <a:avLst/>
          </a:prstGeom>
          <a:noFill/>
          <a:ln w="0">
            <a:noFill/>
          </a:ln>
        </p:spPr>
      </p:pic>
      <p:sp>
        <p:nvSpPr>
          <p:cNvPr id="271" name="TextBox 15"/>
          <p:cNvSpPr/>
          <p:nvPr/>
        </p:nvSpPr>
        <p:spPr>
          <a:xfrm>
            <a:off x="1474200" y="1846080"/>
            <a:ext cx="3959280" cy="699480"/>
          </a:xfrm>
          <a:prstGeom prst="rect">
            <a:avLst/>
          </a:prstGeom>
          <a:solidFill>
            <a:srgbClr val="f0d0d5"/>
          </a:solidFill>
          <a:ln w="0">
            <a:noFill/>
          </a:ln>
        </p:spPr>
        <p:style>
          <a:lnRef idx="0"/>
          <a:fillRef idx="0"/>
          <a:effectRef idx="0"/>
          <a:fontRef idx="minor"/>
        </p:style>
        <p:txBody>
          <a:bodyPr lIns="90000" rIns="90000" tIns="45000" bIns="45000" anchor="t">
            <a:spAutoFit/>
          </a:bodyPr>
          <a:p>
            <a:pPr algn="ctr">
              <a:lnSpc>
                <a:spcPct val="100000"/>
              </a:lnSpc>
            </a:pPr>
            <a:r>
              <a:rPr b="0" lang="en-US" sz="2000" strike="noStrike" u="none">
                <a:solidFill>
                  <a:srgbClr val="000000"/>
                </a:solidFill>
                <a:effectLst/>
                <a:uFillTx/>
                <a:latin typeface="Calibri"/>
                <a:ea typeface="DejaVu Sans"/>
              </a:rPr>
              <a:t>A map between color names and RGB values? </a:t>
            </a:r>
            <a:endParaRPr b="0" lang="en-US" sz="2000" strike="noStrike" u="none">
              <a:solidFill>
                <a:srgbClr val="000000"/>
              </a:solidFill>
              <a:effectLst/>
              <a:uFillTx/>
              <a:latin typeface="Arial"/>
            </a:endParaRPr>
          </a:p>
        </p:txBody>
      </p:sp>
      <p:pic>
        <p:nvPicPr>
          <p:cNvPr id="272" name="Picture 2" descr="PANTONE® USA | Pantone Color of the Year 2022 / Palette Exploration"/>
          <p:cNvPicPr/>
          <p:nvPr/>
        </p:nvPicPr>
        <p:blipFill>
          <a:blip r:embed="rId2"/>
          <a:stretch/>
        </p:blipFill>
        <p:spPr>
          <a:xfrm>
            <a:off x="1271520" y="2820960"/>
            <a:ext cx="4365360" cy="2942640"/>
          </a:xfrm>
          <a:prstGeom prst="rect">
            <a:avLst/>
          </a:prstGeom>
          <a:noFill/>
          <a:ln w="0">
            <a:noFill/>
          </a:ln>
        </p:spPr>
      </p:pic>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E287840C-E096-48C9-A4E5-9DD67B50E2F3}" type="slidenum">
              <a:t>7</a:t>
            </a:fld>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 name="Rectangle 7"/>
          <p:cNvSpPr/>
          <p:nvPr/>
        </p:nvSpPr>
        <p:spPr>
          <a:xfrm>
            <a:off x="11052360" y="205920"/>
            <a:ext cx="826920" cy="70164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DE" sz="1800" strike="noStrike" u="none">
              <a:solidFill>
                <a:srgbClr val="000000"/>
              </a:solidFill>
              <a:effectLst/>
              <a:uFillTx/>
              <a:latin typeface="Courier New"/>
              <a:ea typeface="DejaVu Sans"/>
            </a:endParaRPr>
          </a:p>
        </p:txBody>
      </p:sp>
      <p:sp>
        <p:nvSpPr>
          <p:cNvPr id="274"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fontScale="92500" lnSpcReduction="19999"/>
          </a:bodyPr>
          <a:p>
            <a:pPr indent="0">
              <a:lnSpc>
                <a:spcPct val="90000"/>
              </a:lnSpc>
              <a:buNone/>
              <a:tabLst>
                <a:tab algn="l" pos="0"/>
              </a:tabLst>
            </a:pPr>
            <a:r>
              <a:rPr b="1" lang="en-US" sz="4400" strike="noStrike" u="none">
                <a:solidFill>
                  <a:srgbClr val="000000"/>
                </a:solidFill>
                <a:effectLst/>
                <a:uFillTx/>
                <a:latin typeface="Calibri Light"/>
              </a:rPr>
              <a:t>Hands-on</a:t>
            </a:r>
            <a:br>
              <a:rPr sz="4400"/>
            </a:br>
            <a:r>
              <a:rPr b="0" lang="en-US" sz="3600" strike="noStrike" u="none">
                <a:solidFill>
                  <a:srgbClr val="000000"/>
                </a:solidFill>
                <a:effectLst/>
                <a:uFillTx/>
                <a:latin typeface="Calibri Light"/>
              </a:rPr>
              <a:t>What data structure would you use to represent…</a:t>
            </a:r>
            <a:endParaRPr b="0" lang="en-US" sz="3600" strike="noStrike" u="none">
              <a:solidFill>
                <a:srgbClr val="000000"/>
              </a:solidFill>
              <a:effectLst/>
              <a:uFillTx/>
              <a:latin typeface="Arial"/>
            </a:endParaRPr>
          </a:p>
        </p:txBody>
      </p:sp>
      <p:sp>
        <p:nvSpPr>
          <p:cNvPr id="275" name="PlaceHolder 2"/>
          <p:cNvSpPr>
            <a:spLocks noGrp="1"/>
          </p:cNvSpPr>
          <p:nvPr>
            <p:ph type="dt" idx="118"/>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pic>
        <p:nvPicPr>
          <p:cNvPr id="276" name="Graphic 10" descr=""/>
          <p:cNvPicPr/>
          <p:nvPr/>
        </p:nvPicPr>
        <p:blipFill>
          <a:blip r:embed="rId1"/>
          <a:stretch/>
        </p:blipFill>
        <p:spPr>
          <a:xfrm>
            <a:off x="11119320" y="279720"/>
            <a:ext cx="693360" cy="554400"/>
          </a:xfrm>
          <a:prstGeom prst="rect">
            <a:avLst/>
          </a:prstGeom>
          <a:noFill/>
          <a:ln w="0">
            <a:noFill/>
          </a:ln>
        </p:spPr>
      </p:pic>
      <p:sp>
        <p:nvSpPr>
          <p:cNvPr id="277" name="TextBox 15"/>
          <p:cNvSpPr/>
          <p:nvPr/>
        </p:nvSpPr>
        <p:spPr>
          <a:xfrm>
            <a:off x="1474200" y="1846080"/>
            <a:ext cx="3959280" cy="699480"/>
          </a:xfrm>
          <a:prstGeom prst="rect">
            <a:avLst/>
          </a:prstGeom>
          <a:solidFill>
            <a:srgbClr val="f0d0d5"/>
          </a:solidFill>
          <a:ln w="0">
            <a:noFill/>
          </a:ln>
        </p:spPr>
        <p:style>
          <a:lnRef idx="0"/>
          <a:fillRef idx="0"/>
          <a:effectRef idx="0"/>
          <a:fontRef idx="minor"/>
        </p:style>
        <p:txBody>
          <a:bodyPr lIns="90000" rIns="90000" tIns="45000" bIns="45000" anchor="t">
            <a:spAutoFit/>
          </a:bodyPr>
          <a:p>
            <a:pPr algn="ctr">
              <a:lnSpc>
                <a:spcPct val="100000"/>
              </a:lnSpc>
            </a:pPr>
            <a:r>
              <a:rPr b="0" lang="en-US" sz="2000" strike="noStrike" u="none">
                <a:solidFill>
                  <a:srgbClr val="000000"/>
                </a:solidFill>
                <a:effectLst/>
                <a:uFillTx/>
                <a:latin typeface="Calibri"/>
                <a:ea typeface="DejaVu Sans"/>
              </a:rPr>
              <a:t>A map between color names and RGB values? </a:t>
            </a:r>
            <a:endParaRPr b="0" lang="en-US" sz="2000" strike="noStrike" u="none">
              <a:solidFill>
                <a:srgbClr val="000000"/>
              </a:solidFill>
              <a:effectLst/>
              <a:uFillTx/>
              <a:latin typeface="Arial"/>
            </a:endParaRPr>
          </a:p>
        </p:txBody>
      </p:sp>
      <p:sp>
        <p:nvSpPr>
          <p:cNvPr id="278" name="TextBox 19"/>
          <p:cNvSpPr/>
          <p:nvPr/>
        </p:nvSpPr>
        <p:spPr>
          <a:xfrm>
            <a:off x="7376400" y="1828800"/>
            <a:ext cx="2528280" cy="394560"/>
          </a:xfrm>
          <a:prstGeom prst="rect">
            <a:avLst/>
          </a:prstGeom>
          <a:solidFill>
            <a:schemeClr val="accent6">
              <a:lumMod val="20000"/>
              <a:lumOff val="80000"/>
            </a:schemeClr>
          </a:solidFill>
          <a:ln w="0">
            <a:noFill/>
          </a:ln>
        </p:spPr>
        <p:style>
          <a:lnRef idx="0"/>
          <a:fillRef idx="0"/>
          <a:effectRef idx="0"/>
          <a:fontRef idx="minor"/>
        </p:style>
        <p:txBody>
          <a:bodyPr lIns="90000" rIns="90000" tIns="45000" bIns="45000" anchor="t">
            <a:spAutoFit/>
          </a:bodyPr>
          <a:p>
            <a:pPr algn="ctr">
              <a:lnSpc>
                <a:spcPct val="100000"/>
              </a:lnSpc>
            </a:pPr>
            <a:r>
              <a:rPr b="0" lang="en-US" sz="2000" strike="noStrike" u="none">
                <a:solidFill>
                  <a:srgbClr val="000000"/>
                </a:solidFill>
                <a:effectLst/>
                <a:uFillTx/>
                <a:latin typeface="Calibri"/>
                <a:ea typeface="DejaVu Sans"/>
              </a:rPr>
              <a:t>Dictionary</a:t>
            </a:r>
            <a:endParaRPr b="0" lang="en-US" sz="2000" strike="noStrike" u="none">
              <a:solidFill>
                <a:srgbClr val="000000"/>
              </a:solidFill>
              <a:effectLst/>
              <a:uFillTx/>
              <a:latin typeface="Arial"/>
            </a:endParaRPr>
          </a:p>
        </p:txBody>
      </p:sp>
      <p:pic>
        <p:nvPicPr>
          <p:cNvPr id="279" name="Picture 2" descr="PANTONE® USA | Pantone Color of the Year 2022 / Palette Exploration"/>
          <p:cNvPicPr/>
          <p:nvPr/>
        </p:nvPicPr>
        <p:blipFill>
          <a:blip r:embed="rId2"/>
          <a:stretch/>
        </p:blipFill>
        <p:spPr>
          <a:xfrm>
            <a:off x="1271520" y="2820960"/>
            <a:ext cx="4365360" cy="2942640"/>
          </a:xfrm>
          <a:prstGeom prst="rect">
            <a:avLst/>
          </a:prstGeom>
          <a:noFill/>
          <a:ln w="0">
            <a:noFill/>
          </a:ln>
        </p:spPr>
      </p:pic>
      <p:sp>
        <p:nvSpPr>
          <p:cNvPr id="280" name="TextBox 8"/>
          <p:cNvSpPr/>
          <p:nvPr/>
        </p:nvSpPr>
        <p:spPr>
          <a:xfrm>
            <a:off x="6583680" y="2820960"/>
            <a:ext cx="4113720" cy="20095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US" sz="1800" strike="noStrike" u="none">
                <a:solidFill>
                  <a:srgbClr val="000000"/>
                </a:solidFill>
                <a:effectLst/>
                <a:uFillTx/>
                <a:latin typeface="Consolas"/>
                <a:ea typeface="DejaVu Sans"/>
              </a:rPr>
              <a:t>colors_hex = {</a:t>
            </a:r>
            <a:br>
              <a:rPr sz="1800"/>
            </a:br>
            <a:r>
              <a:rPr b="0" lang="en-US" sz="1800" strike="noStrike" u="none">
                <a:solidFill>
                  <a:srgbClr val="000000"/>
                </a:solidFill>
                <a:effectLst/>
                <a:uFillTx/>
                <a:latin typeface="Consolas"/>
                <a:ea typeface="DejaVu Sans"/>
              </a:rPr>
              <a:t>   "tawny orange": "#CD5700", </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Consolas"/>
                <a:ea typeface="DejaVu Sans"/>
              </a:rPr>
              <a:t>   "very peri": "#6667AB", </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Consolas"/>
                <a:ea typeface="DejaVu Sans"/>
              </a:rPr>
              <a:t>   "iced coffee": "#C5A582”,</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Consolas"/>
                <a:ea typeface="DejaVu Sans"/>
              </a:rPr>
              <a:t>   "pink flambé": "#DC4C8B”,</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Consolas"/>
                <a:ea typeface="DejaVu Sans"/>
              </a:rPr>
              <a:t>   # …</a:t>
            </a:r>
            <a:endParaRPr b="0" lang="en-US" sz="1800" strike="noStrike" u="none">
              <a:solidFill>
                <a:srgbClr val="000000"/>
              </a:solidFill>
              <a:effectLst/>
              <a:uFillTx/>
              <a:latin typeface="Arial"/>
            </a:endParaRPr>
          </a:p>
          <a:p>
            <a:pPr>
              <a:lnSpc>
                <a:spcPct val="100000"/>
              </a:lnSpc>
            </a:pPr>
            <a:r>
              <a:rPr b="0" lang="en-US" sz="1800" strike="noStrike" u="none">
                <a:solidFill>
                  <a:srgbClr val="000000"/>
                </a:solidFill>
                <a:effectLst/>
                <a:uFillTx/>
                <a:latin typeface="Consolas"/>
                <a:ea typeface="DejaVu Sans"/>
              </a:rPr>
              <a:t>}</a:t>
            </a:r>
            <a:endParaRPr b="0" lang="en-US" sz="1800" strike="noStrike" u="none">
              <a:solidFill>
                <a:srgbClr val="000000"/>
              </a:solidFill>
              <a:effectLst/>
              <a:uFillTx/>
              <a:latin typeface="Arial"/>
            </a:endParaRPr>
          </a:p>
        </p:txBody>
      </p:sp>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CDFDD1DF-70EA-44E8-BC98-BA17920FA25A}" type="slidenum">
              <a:t>8</a:t>
            </a:fld>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1" name="Rectangle 7"/>
          <p:cNvSpPr/>
          <p:nvPr/>
        </p:nvSpPr>
        <p:spPr>
          <a:xfrm>
            <a:off x="11052360" y="205920"/>
            <a:ext cx="826920" cy="70164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DE" sz="1800" strike="noStrike" u="none">
              <a:solidFill>
                <a:srgbClr val="000000"/>
              </a:solidFill>
              <a:effectLst/>
              <a:uFillTx/>
              <a:latin typeface="Courier New"/>
              <a:ea typeface="DejaVu Sans"/>
            </a:endParaRPr>
          </a:p>
        </p:txBody>
      </p:sp>
      <p:sp>
        <p:nvSpPr>
          <p:cNvPr id="282"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fontScale="92500" lnSpcReduction="19999"/>
          </a:bodyPr>
          <a:p>
            <a:pPr indent="0">
              <a:lnSpc>
                <a:spcPct val="90000"/>
              </a:lnSpc>
              <a:buNone/>
              <a:tabLst>
                <a:tab algn="l" pos="0"/>
              </a:tabLst>
            </a:pPr>
            <a:r>
              <a:rPr b="1" lang="en-US" sz="4400" strike="noStrike" u="none">
                <a:solidFill>
                  <a:srgbClr val="000000"/>
                </a:solidFill>
                <a:effectLst/>
                <a:uFillTx/>
                <a:latin typeface="Calibri Light"/>
              </a:rPr>
              <a:t>Hands-on</a:t>
            </a:r>
            <a:br>
              <a:rPr sz="4400"/>
            </a:br>
            <a:r>
              <a:rPr b="0" lang="en-US" sz="3600" strike="noStrike" u="none">
                <a:solidFill>
                  <a:srgbClr val="000000"/>
                </a:solidFill>
                <a:effectLst/>
                <a:uFillTx/>
                <a:latin typeface="Calibri Light"/>
              </a:rPr>
              <a:t>What data structure would you use to represent…</a:t>
            </a:r>
            <a:endParaRPr b="0" lang="en-US" sz="3600" strike="noStrike" u="none">
              <a:solidFill>
                <a:srgbClr val="000000"/>
              </a:solidFill>
              <a:effectLst/>
              <a:uFillTx/>
              <a:latin typeface="Arial"/>
            </a:endParaRPr>
          </a:p>
        </p:txBody>
      </p:sp>
      <p:sp>
        <p:nvSpPr>
          <p:cNvPr id="283" name="PlaceHolder 2"/>
          <p:cNvSpPr>
            <a:spLocks noGrp="1"/>
          </p:cNvSpPr>
          <p:nvPr>
            <p:ph type="dt" idx="119"/>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pic>
        <p:nvPicPr>
          <p:cNvPr id="284" name="Graphic 10" descr=""/>
          <p:cNvPicPr/>
          <p:nvPr/>
        </p:nvPicPr>
        <p:blipFill>
          <a:blip r:embed="rId1"/>
          <a:stretch/>
        </p:blipFill>
        <p:spPr>
          <a:xfrm>
            <a:off x="11119320" y="279720"/>
            <a:ext cx="693360" cy="554400"/>
          </a:xfrm>
          <a:prstGeom prst="rect">
            <a:avLst/>
          </a:prstGeom>
          <a:noFill/>
          <a:ln w="0">
            <a:noFill/>
          </a:ln>
        </p:spPr>
      </p:pic>
      <p:sp>
        <p:nvSpPr>
          <p:cNvPr id="285" name="TextBox 25"/>
          <p:cNvSpPr/>
          <p:nvPr/>
        </p:nvSpPr>
        <p:spPr>
          <a:xfrm>
            <a:off x="1585080" y="1886400"/>
            <a:ext cx="3680640" cy="394560"/>
          </a:xfrm>
          <a:prstGeom prst="rect">
            <a:avLst/>
          </a:prstGeom>
          <a:solidFill>
            <a:srgbClr val="f0d0d5"/>
          </a:solidFill>
          <a:ln w="0">
            <a:noFill/>
          </a:ln>
        </p:spPr>
        <p:style>
          <a:lnRef idx="0"/>
          <a:fillRef idx="0"/>
          <a:effectRef idx="0"/>
          <a:fontRef idx="minor"/>
        </p:style>
        <p:txBody>
          <a:bodyPr lIns="90000" rIns="90000" tIns="45000" bIns="45000" anchor="t">
            <a:spAutoFit/>
          </a:bodyPr>
          <a:p>
            <a:pPr algn="ctr">
              <a:lnSpc>
                <a:spcPct val="100000"/>
              </a:lnSpc>
            </a:pPr>
            <a:r>
              <a:rPr b="0" lang="en-US" sz="2000" strike="noStrike" u="none">
                <a:solidFill>
                  <a:srgbClr val="000000"/>
                </a:solidFill>
                <a:effectLst/>
                <a:uFillTx/>
                <a:latin typeface="Calibri"/>
                <a:ea typeface="DejaVu Sans"/>
              </a:rPr>
              <a:t>Phone book entries?</a:t>
            </a:r>
            <a:endParaRPr b="0" lang="en-US" sz="2000" strike="noStrike" u="none">
              <a:solidFill>
                <a:srgbClr val="000000"/>
              </a:solidFill>
              <a:effectLst/>
              <a:uFillTx/>
              <a:latin typeface="Arial"/>
            </a:endParaRPr>
          </a:p>
        </p:txBody>
      </p:sp>
      <p:pic>
        <p:nvPicPr>
          <p:cNvPr id="286" name="Picture 2" descr="Local US telephone directory - Fonts In Use"/>
          <p:cNvPicPr/>
          <p:nvPr/>
        </p:nvPicPr>
        <p:blipFill>
          <a:blip r:embed="rId2"/>
          <a:srcRect l="2522" t="44911" r="34121" b="27377"/>
          <a:stretch/>
        </p:blipFill>
        <p:spPr>
          <a:xfrm>
            <a:off x="983520" y="2709000"/>
            <a:ext cx="4884120" cy="1527840"/>
          </a:xfrm>
          <a:prstGeom prst="rect">
            <a:avLst/>
          </a:prstGeom>
          <a:noFill/>
          <a:ln w="0">
            <a:noFill/>
          </a:ln>
        </p:spPr>
      </p:pic>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49819F42-3DFB-46BD-9797-DC73BEB73E93}" type="slidenum">
              <a:t>9</a:t>
            </a:fld>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7" name="Rectangle 7"/>
          <p:cNvSpPr/>
          <p:nvPr/>
        </p:nvSpPr>
        <p:spPr>
          <a:xfrm>
            <a:off x="11052360" y="205920"/>
            <a:ext cx="826920" cy="70164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DE" sz="1800" strike="noStrike" u="none">
              <a:solidFill>
                <a:srgbClr val="000000"/>
              </a:solidFill>
              <a:effectLst/>
              <a:uFillTx/>
              <a:latin typeface="Courier New"/>
              <a:ea typeface="DejaVu Sans"/>
            </a:endParaRPr>
          </a:p>
        </p:txBody>
      </p:sp>
      <p:sp>
        <p:nvSpPr>
          <p:cNvPr id="288"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fontScale="92500" lnSpcReduction="19999"/>
          </a:bodyPr>
          <a:p>
            <a:pPr indent="0">
              <a:lnSpc>
                <a:spcPct val="90000"/>
              </a:lnSpc>
              <a:buNone/>
              <a:tabLst>
                <a:tab algn="l" pos="0"/>
              </a:tabLst>
            </a:pPr>
            <a:r>
              <a:rPr b="1" lang="en-US" sz="4400" strike="noStrike" u="none">
                <a:solidFill>
                  <a:srgbClr val="000000"/>
                </a:solidFill>
                <a:effectLst/>
                <a:uFillTx/>
                <a:latin typeface="Calibri Light"/>
              </a:rPr>
              <a:t>Hands-on</a:t>
            </a:r>
            <a:br>
              <a:rPr sz="4400"/>
            </a:br>
            <a:r>
              <a:rPr b="0" lang="en-US" sz="3600" strike="noStrike" u="none">
                <a:solidFill>
                  <a:srgbClr val="000000"/>
                </a:solidFill>
                <a:effectLst/>
                <a:uFillTx/>
                <a:latin typeface="Calibri Light"/>
              </a:rPr>
              <a:t>What data structure would you use to represent…</a:t>
            </a:r>
            <a:endParaRPr b="0" lang="en-US" sz="3600" strike="noStrike" u="none">
              <a:solidFill>
                <a:srgbClr val="000000"/>
              </a:solidFill>
              <a:effectLst/>
              <a:uFillTx/>
              <a:latin typeface="Arial"/>
            </a:endParaRPr>
          </a:p>
        </p:txBody>
      </p:sp>
      <p:sp>
        <p:nvSpPr>
          <p:cNvPr id="289" name="PlaceHolder 2"/>
          <p:cNvSpPr>
            <a:spLocks noGrp="1"/>
          </p:cNvSpPr>
          <p:nvPr>
            <p:ph type="dt" idx="120"/>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pic>
        <p:nvPicPr>
          <p:cNvPr id="290" name="Graphic 10" descr=""/>
          <p:cNvPicPr/>
          <p:nvPr/>
        </p:nvPicPr>
        <p:blipFill>
          <a:blip r:embed="rId1"/>
          <a:stretch/>
        </p:blipFill>
        <p:spPr>
          <a:xfrm>
            <a:off x="11119320" y="279720"/>
            <a:ext cx="693360" cy="554400"/>
          </a:xfrm>
          <a:prstGeom prst="rect">
            <a:avLst/>
          </a:prstGeom>
          <a:noFill/>
          <a:ln w="0">
            <a:noFill/>
          </a:ln>
        </p:spPr>
      </p:pic>
      <p:sp>
        <p:nvSpPr>
          <p:cNvPr id="291" name="TextBox 23"/>
          <p:cNvSpPr/>
          <p:nvPr/>
        </p:nvSpPr>
        <p:spPr>
          <a:xfrm>
            <a:off x="7752240" y="1886400"/>
            <a:ext cx="2459880" cy="394560"/>
          </a:xfrm>
          <a:prstGeom prst="rect">
            <a:avLst/>
          </a:prstGeom>
          <a:solidFill>
            <a:schemeClr val="accent6">
              <a:lumMod val="20000"/>
              <a:lumOff val="80000"/>
            </a:schemeClr>
          </a:solidFill>
          <a:ln w="0">
            <a:noFill/>
          </a:ln>
        </p:spPr>
        <p:style>
          <a:lnRef idx="0"/>
          <a:fillRef idx="0"/>
          <a:effectRef idx="0"/>
          <a:fontRef idx="minor"/>
        </p:style>
        <p:txBody>
          <a:bodyPr lIns="90000" rIns="90000" tIns="45000" bIns="45000" anchor="t">
            <a:spAutoFit/>
          </a:bodyPr>
          <a:p>
            <a:pPr algn="ctr">
              <a:lnSpc>
                <a:spcPct val="100000"/>
              </a:lnSpc>
            </a:pPr>
            <a:r>
              <a:rPr b="0" lang="en-US" sz="2000" strike="noStrike" u="none">
                <a:solidFill>
                  <a:srgbClr val="000000"/>
                </a:solidFill>
                <a:effectLst/>
                <a:uFillTx/>
                <a:latin typeface="Calibri"/>
                <a:ea typeface="DejaVu Sans"/>
              </a:rPr>
              <a:t>Pandas DataFrame</a:t>
            </a:r>
            <a:endParaRPr b="0" lang="en-US" sz="2000" strike="noStrike" u="none">
              <a:solidFill>
                <a:srgbClr val="000000"/>
              </a:solidFill>
              <a:effectLst/>
              <a:uFillTx/>
              <a:latin typeface="Arial"/>
            </a:endParaRPr>
          </a:p>
        </p:txBody>
      </p:sp>
      <p:sp>
        <p:nvSpPr>
          <p:cNvPr id="292" name="TextBox 25"/>
          <p:cNvSpPr/>
          <p:nvPr/>
        </p:nvSpPr>
        <p:spPr>
          <a:xfrm>
            <a:off x="1585080" y="1886400"/>
            <a:ext cx="3680640" cy="394560"/>
          </a:xfrm>
          <a:prstGeom prst="rect">
            <a:avLst/>
          </a:prstGeom>
          <a:solidFill>
            <a:srgbClr val="f0d0d5"/>
          </a:solidFill>
          <a:ln w="0">
            <a:noFill/>
          </a:ln>
        </p:spPr>
        <p:style>
          <a:lnRef idx="0"/>
          <a:fillRef idx="0"/>
          <a:effectRef idx="0"/>
          <a:fontRef idx="minor"/>
        </p:style>
        <p:txBody>
          <a:bodyPr lIns="90000" rIns="90000" tIns="45000" bIns="45000" anchor="t">
            <a:spAutoFit/>
          </a:bodyPr>
          <a:p>
            <a:pPr algn="ctr">
              <a:lnSpc>
                <a:spcPct val="100000"/>
              </a:lnSpc>
            </a:pPr>
            <a:r>
              <a:rPr b="0" lang="en-US" sz="2000" strike="noStrike" u="none">
                <a:solidFill>
                  <a:srgbClr val="000000"/>
                </a:solidFill>
                <a:effectLst/>
                <a:uFillTx/>
                <a:latin typeface="Calibri"/>
                <a:ea typeface="DejaVu Sans"/>
              </a:rPr>
              <a:t>Phone book entries?</a:t>
            </a:r>
            <a:endParaRPr b="0" lang="en-US" sz="2000" strike="noStrike" u="none">
              <a:solidFill>
                <a:srgbClr val="000000"/>
              </a:solidFill>
              <a:effectLst/>
              <a:uFillTx/>
              <a:latin typeface="Arial"/>
            </a:endParaRPr>
          </a:p>
        </p:txBody>
      </p:sp>
      <p:pic>
        <p:nvPicPr>
          <p:cNvPr id="293" name="Picture 2" descr="Local US telephone directory - Fonts In Use"/>
          <p:cNvPicPr/>
          <p:nvPr/>
        </p:nvPicPr>
        <p:blipFill>
          <a:blip r:embed="rId2"/>
          <a:srcRect l="2522" t="44911" r="34121" b="27377"/>
          <a:stretch/>
        </p:blipFill>
        <p:spPr>
          <a:xfrm>
            <a:off x="983520" y="2709000"/>
            <a:ext cx="4884120" cy="1527840"/>
          </a:xfrm>
          <a:prstGeom prst="rect">
            <a:avLst/>
          </a:prstGeom>
          <a:noFill/>
          <a:ln w="0">
            <a:noFill/>
          </a:ln>
        </p:spPr>
      </p:pic>
      <p:pic>
        <p:nvPicPr>
          <p:cNvPr id="294" name="Picture 6" descr=""/>
          <p:cNvPicPr/>
          <p:nvPr/>
        </p:nvPicPr>
        <p:blipFill>
          <a:blip r:embed="rId3"/>
          <a:stretch/>
        </p:blipFill>
        <p:spPr>
          <a:xfrm>
            <a:off x="6540120" y="2472840"/>
            <a:ext cx="4884120" cy="2000160"/>
          </a:xfrm>
          <a:prstGeom prst="rect">
            <a:avLst/>
          </a:prstGeom>
          <a:noFill/>
          <a:ln w="0">
            <a:noFill/>
          </a:ln>
        </p:spPr>
      </p:pic>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DEA2B5FD-4073-4EB8-8899-03133D54B10E}" type="slidenum">
              <a:t>10</a:t>
            </a:fld>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5" name="Rectangle 7"/>
          <p:cNvSpPr/>
          <p:nvPr/>
        </p:nvSpPr>
        <p:spPr>
          <a:xfrm>
            <a:off x="11052360" y="205920"/>
            <a:ext cx="826920" cy="70164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DE" sz="1800" strike="noStrike" u="none">
              <a:solidFill>
                <a:srgbClr val="000000"/>
              </a:solidFill>
              <a:effectLst/>
              <a:uFillTx/>
              <a:latin typeface="Courier New"/>
              <a:ea typeface="DejaVu Sans"/>
            </a:endParaRPr>
          </a:p>
        </p:txBody>
      </p:sp>
      <p:sp>
        <p:nvSpPr>
          <p:cNvPr id="296"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fontScale="92500" lnSpcReduction="19999"/>
          </a:bodyPr>
          <a:p>
            <a:pPr indent="0">
              <a:lnSpc>
                <a:spcPct val="90000"/>
              </a:lnSpc>
              <a:buNone/>
              <a:tabLst>
                <a:tab algn="l" pos="0"/>
              </a:tabLst>
            </a:pPr>
            <a:r>
              <a:rPr b="1" lang="en-US" sz="4400" strike="noStrike" u="none">
                <a:solidFill>
                  <a:srgbClr val="000000"/>
                </a:solidFill>
                <a:effectLst/>
                <a:uFillTx/>
                <a:latin typeface="Calibri Light"/>
              </a:rPr>
              <a:t>Hands-on</a:t>
            </a:r>
            <a:br>
              <a:rPr sz="4400"/>
            </a:br>
            <a:r>
              <a:rPr b="0" lang="en-US" sz="3600" strike="noStrike" u="none">
                <a:solidFill>
                  <a:srgbClr val="000000"/>
                </a:solidFill>
                <a:effectLst/>
                <a:uFillTx/>
                <a:latin typeface="Calibri Light"/>
              </a:rPr>
              <a:t>What data structure would you use to represent…</a:t>
            </a:r>
            <a:endParaRPr b="0" lang="en-US" sz="3600" strike="noStrike" u="none">
              <a:solidFill>
                <a:srgbClr val="000000"/>
              </a:solidFill>
              <a:effectLst/>
              <a:uFillTx/>
              <a:latin typeface="Arial"/>
            </a:endParaRPr>
          </a:p>
        </p:txBody>
      </p:sp>
      <p:sp>
        <p:nvSpPr>
          <p:cNvPr id="297" name="PlaceHolder 2"/>
          <p:cNvSpPr>
            <a:spLocks noGrp="1"/>
          </p:cNvSpPr>
          <p:nvPr>
            <p:ph type="dt" idx="121"/>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pic>
        <p:nvPicPr>
          <p:cNvPr id="298" name="Graphic 10" descr=""/>
          <p:cNvPicPr/>
          <p:nvPr/>
        </p:nvPicPr>
        <p:blipFill>
          <a:blip r:embed="rId1"/>
          <a:stretch/>
        </p:blipFill>
        <p:spPr>
          <a:xfrm>
            <a:off x="11119320" y="279720"/>
            <a:ext cx="693360" cy="554400"/>
          </a:xfrm>
          <a:prstGeom prst="rect">
            <a:avLst/>
          </a:prstGeom>
          <a:noFill/>
          <a:ln w="0">
            <a:noFill/>
          </a:ln>
        </p:spPr>
      </p:pic>
      <p:grpSp>
        <p:nvGrpSpPr>
          <p:cNvPr id="299" name="Group 62"/>
          <p:cNvGrpSpPr/>
          <p:nvPr/>
        </p:nvGrpSpPr>
        <p:grpSpPr>
          <a:xfrm>
            <a:off x="1538280" y="2737800"/>
            <a:ext cx="2321280" cy="1842480"/>
            <a:chOff x="1538280" y="2737800"/>
            <a:chExt cx="2321280" cy="1842480"/>
          </a:xfrm>
        </p:grpSpPr>
        <p:pic>
          <p:nvPicPr>
            <p:cNvPr id="300" name="Picture 21" descr=""/>
            <p:cNvPicPr/>
            <p:nvPr/>
          </p:nvPicPr>
          <p:blipFill>
            <a:blip r:embed="rId2"/>
            <a:stretch/>
          </p:blipFill>
          <p:spPr>
            <a:xfrm>
              <a:off x="1538280" y="3387960"/>
              <a:ext cx="556200" cy="568080"/>
            </a:xfrm>
            <a:prstGeom prst="rect">
              <a:avLst/>
            </a:prstGeom>
            <a:noFill/>
            <a:ln w="0">
              <a:noFill/>
            </a:ln>
          </p:spPr>
        </p:pic>
        <p:pic>
          <p:nvPicPr>
            <p:cNvPr id="301" name="Picture 22" descr=""/>
            <p:cNvPicPr/>
            <p:nvPr/>
          </p:nvPicPr>
          <p:blipFill>
            <a:blip r:embed="rId3"/>
            <a:stretch/>
          </p:blipFill>
          <p:spPr>
            <a:xfrm>
              <a:off x="2345760" y="2737800"/>
              <a:ext cx="556200" cy="568440"/>
            </a:xfrm>
            <a:prstGeom prst="rect">
              <a:avLst/>
            </a:prstGeom>
            <a:noFill/>
            <a:ln w="0">
              <a:noFill/>
            </a:ln>
          </p:spPr>
        </p:pic>
        <p:pic>
          <p:nvPicPr>
            <p:cNvPr id="302" name="Picture 23" descr=""/>
            <p:cNvPicPr/>
            <p:nvPr/>
          </p:nvPicPr>
          <p:blipFill>
            <a:blip r:embed="rId4"/>
            <a:stretch/>
          </p:blipFill>
          <p:spPr>
            <a:xfrm>
              <a:off x="2345760" y="4011840"/>
              <a:ext cx="556200" cy="568440"/>
            </a:xfrm>
            <a:prstGeom prst="rect">
              <a:avLst/>
            </a:prstGeom>
            <a:noFill/>
            <a:ln w="0">
              <a:noFill/>
            </a:ln>
          </p:spPr>
        </p:pic>
        <p:pic>
          <p:nvPicPr>
            <p:cNvPr id="303" name="Picture 24" descr=""/>
            <p:cNvPicPr/>
            <p:nvPr/>
          </p:nvPicPr>
          <p:blipFill>
            <a:blip r:embed="rId5"/>
            <a:stretch/>
          </p:blipFill>
          <p:spPr>
            <a:xfrm>
              <a:off x="3295800" y="2793960"/>
              <a:ext cx="556560" cy="599400"/>
            </a:xfrm>
            <a:prstGeom prst="rect">
              <a:avLst/>
            </a:prstGeom>
            <a:noFill/>
            <a:ln w="0">
              <a:noFill/>
            </a:ln>
          </p:spPr>
        </p:pic>
        <p:pic>
          <p:nvPicPr>
            <p:cNvPr id="304" name="Picture 26" descr=""/>
            <p:cNvPicPr/>
            <p:nvPr/>
          </p:nvPicPr>
          <p:blipFill>
            <a:blip r:embed="rId6"/>
            <a:stretch/>
          </p:blipFill>
          <p:spPr>
            <a:xfrm>
              <a:off x="3303360" y="3683160"/>
              <a:ext cx="556200" cy="612000"/>
            </a:xfrm>
            <a:prstGeom prst="rect">
              <a:avLst/>
            </a:prstGeom>
            <a:noFill/>
            <a:ln w="0">
              <a:noFill/>
            </a:ln>
          </p:spPr>
        </p:pic>
        <p:cxnSp>
          <p:nvCxnSpPr>
            <p:cNvPr id="305" name="Straight Arrow Connector 29"/>
            <p:cNvCxnSpPr/>
            <p:nvPr/>
          </p:nvCxnSpPr>
          <p:spPr>
            <a:xfrm flipV="1">
              <a:off x="1995120" y="3145680"/>
              <a:ext cx="351360" cy="338760"/>
            </a:xfrm>
            <a:prstGeom prst="straightConnector1">
              <a:avLst/>
            </a:prstGeom>
            <a:ln w="38100">
              <a:solidFill>
                <a:srgbClr val="000000"/>
              </a:solidFill>
              <a:round/>
              <a:tailEnd len="med" type="triangle" w="med"/>
            </a:ln>
          </p:spPr>
        </p:cxnSp>
        <p:cxnSp>
          <p:nvCxnSpPr>
            <p:cNvPr id="306" name="Straight Arrow Connector 31"/>
            <p:cNvCxnSpPr/>
            <p:nvPr/>
          </p:nvCxnSpPr>
          <p:spPr>
            <a:xfrm>
              <a:off x="2045160" y="3828240"/>
              <a:ext cx="373320" cy="281520"/>
            </a:xfrm>
            <a:prstGeom prst="straightConnector1">
              <a:avLst/>
            </a:prstGeom>
            <a:ln w="38100">
              <a:solidFill>
                <a:srgbClr val="000000"/>
              </a:solidFill>
              <a:round/>
              <a:tailEnd len="med" type="triangle" w="med"/>
            </a:ln>
          </p:spPr>
        </p:cxnSp>
        <p:cxnSp>
          <p:nvCxnSpPr>
            <p:cNvPr id="307" name="Straight Arrow Connector 46"/>
            <p:cNvCxnSpPr>
              <a:stCxn id="301" idx="2"/>
              <a:endCxn id="302" idx="0"/>
            </p:cNvCxnSpPr>
            <p:nvPr/>
          </p:nvCxnSpPr>
          <p:spPr>
            <a:xfrm>
              <a:off x="2623680" y="3306240"/>
              <a:ext cx="360" cy="705960"/>
            </a:xfrm>
            <a:prstGeom prst="straightConnector1">
              <a:avLst/>
            </a:prstGeom>
            <a:ln w="38100">
              <a:solidFill>
                <a:srgbClr val="000000"/>
              </a:solidFill>
              <a:round/>
              <a:tailEnd len="med" type="triangle" w="med"/>
            </a:ln>
          </p:spPr>
        </p:cxnSp>
        <p:cxnSp>
          <p:nvCxnSpPr>
            <p:cNvPr id="308" name="Straight Arrow Connector 49"/>
            <p:cNvCxnSpPr>
              <a:endCxn id="303" idx="1"/>
            </p:cNvCxnSpPr>
            <p:nvPr/>
          </p:nvCxnSpPr>
          <p:spPr>
            <a:xfrm>
              <a:off x="2903040" y="3022200"/>
              <a:ext cx="393120" cy="71640"/>
            </a:xfrm>
            <a:prstGeom prst="straightConnector1">
              <a:avLst/>
            </a:prstGeom>
            <a:ln w="38100">
              <a:solidFill>
                <a:srgbClr val="000000"/>
              </a:solidFill>
              <a:round/>
              <a:tailEnd len="med" type="triangle" w="med"/>
            </a:ln>
          </p:spPr>
        </p:cxnSp>
        <p:cxnSp>
          <p:nvCxnSpPr>
            <p:cNvPr id="309" name="Straight Arrow Connector 51"/>
            <p:cNvCxnSpPr>
              <a:endCxn id="304" idx="1"/>
            </p:cNvCxnSpPr>
            <p:nvPr/>
          </p:nvCxnSpPr>
          <p:spPr>
            <a:xfrm flipV="1">
              <a:off x="2898000" y="3989160"/>
              <a:ext cx="405720" cy="308160"/>
            </a:xfrm>
            <a:prstGeom prst="straightConnector1">
              <a:avLst/>
            </a:prstGeom>
            <a:ln w="38100">
              <a:solidFill>
                <a:srgbClr val="000000"/>
              </a:solidFill>
              <a:round/>
              <a:tailEnd len="med" type="triangle" w="med"/>
            </a:ln>
          </p:spPr>
        </p:cxnSp>
        <p:cxnSp>
          <p:nvCxnSpPr>
            <p:cNvPr id="310" name="Straight Arrow Connector 53"/>
            <p:cNvCxnSpPr>
              <a:stCxn id="304" idx="0"/>
              <a:endCxn id="303" idx="2"/>
            </p:cNvCxnSpPr>
            <p:nvPr/>
          </p:nvCxnSpPr>
          <p:spPr>
            <a:xfrm flipH="1" flipV="1">
              <a:off x="3574080" y="3393360"/>
              <a:ext cx="7560" cy="290160"/>
            </a:xfrm>
            <a:prstGeom prst="straightConnector1">
              <a:avLst/>
            </a:prstGeom>
            <a:ln w="38100">
              <a:solidFill>
                <a:srgbClr val="000000"/>
              </a:solidFill>
              <a:round/>
              <a:tailEnd len="med" type="triangle" w="med"/>
            </a:ln>
          </p:spPr>
        </p:cxnSp>
      </p:grpSp>
      <p:sp>
        <p:nvSpPr>
          <p:cNvPr id="311" name="TextBox 55"/>
          <p:cNvSpPr/>
          <p:nvPr/>
        </p:nvSpPr>
        <p:spPr>
          <a:xfrm>
            <a:off x="1387800" y="1907280"/>
            <a:ext cx="2472120" cy="394560"/>
          </a:xfrm>
          <a:prstGeom prst="rect">
            <a:avLst/>
          </a:prstGeom>
          <a:solidFill>
            <a:srgbClr val="f0d0d5"/>
          </a:solidFill>
          <a:ln w="0">
            <a:noFill/>
          </a:ln>
        </p:spPr>
        <p:style>
          <a:lnRef idx="0"/>
          <a:fillRef idx="0"/>
          <a:effectRef idx="0"/>
          <a:fontRef idx="minor"/>
        </p:style>
        <p:txBody>
          <a:bodyPr lIns="90000" rIns="90000" tIns="45000" bIns="45000" anchor="t">
            <a:spAutoFit/>
          </a:bodyPr>
          <a:p>
            <a:pPr algn="ctr">
              <a:lnSpc>
                <a:spcPct val="100000"/>
              </a:lnSpc>
            </a:pPr>
            <a:r>
              <a:rPr b="0" lang="en-US" sz="2000" strike="noStrike" u="none">
                <a:solidFill>
                  <a:srgbClr val="000000"/>
                </a:solidFill>
                <a:effectLst/>
                <a:uFillTx/>
                <a:latin typeface="Calibri"/>
                <a:ea typeface="DejaVu Sans"/>
              </a:rPr>
              <a:t>Friendship relations?</a:t>
            </a:r>
            <a:endParaRPr b="0" lang="en-US" sz="2000" strike="noStrike" u="none">
              <a:solidFill>
                <a:srgbClr val="000000"/>
              </a:solidFill>
              <a:effectLst/>
              <a:uFillTx/>
              <a:latin typeface="Arial"/>
            </a:endParaRPr>
          </a:p>
        </p:txBody>
      </p:sp>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9F216E13-7DC8-4EE1-A392-29C17FC9C8D0}" type="slidenum">
              <a:t>11</a:t>
            </a:fld>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2" name="Rectangle 7"/>
          <p:cNvSpPr/>
          <p:nvPr/>
        </p:nvSpPr>
        <p:spPr>
          <a:xfrm>
            <a:off x="11052360" y="205920"/>
            <a:ext cx="826920" cy="70164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DE" sz="1800" strike="noStrike" u="none">
              <a:solidFill>
                <a:srgbClr val="000000"/>
              </a:solidFill>
              <a:effectLst/>
              <a:uFillTx/>
              <a:latin typeface="Courier New"/>
              <a:ea typeface="DejaVu Sans"/>
            </a:endParaRPr>
          </a:p>
        </p:txBody>
      </p:sp>
      <p:sp>
        <p:nvSpPr>
          <p:cNvPr id="313"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fontScale="92500" lnSpcReduction="19999"/>
          </a:bodyPr>
          <a:p>
            <a:pPr indent="0">
              <a:lnSpc>
                <a:spcPct val="90000"/>
              </a:lnSpc>
              <a:buNone/>
              <a:tabLst>
                <a:tab algn="l" pos="0"/>
              </a:tabLst>
            </a:pPr>
            <a:r>
              <a:rPr b="1" lang="en-US" sz="4400" strike="noStrike" u="none">
                <a:solidFill>
                  <a:srgbClr val="000000"/>
                </a:solidFill>
                <a:effectLst/>
                <a:uFillTx/>
                <a:latin typeface="Calibri Light"/>
              </a:rPr>
              <a:t>Hands-on</a:t>
            </a:r>
            <a:br>
              <a:rPr sz="4400"/>
            </a:br>
            <a:r>
              <a:rPr b="0" lang="en-US" sz="3600" strike="noStrike" u="none">
                <a:solidFill>
                  <a:srgbClr val="000000"/>
                </a:solidFill>
                <a:effectLst/>
                <a:uFillTx/>
                <a:latin typeface="Calibri Light"/>
              </a:rPr>
              <a:t>What data structure would you use to represent…</a:t>
            </a:r>
            <a:endParaRPr b="0" lang="en-US" sz="3600" strike="noStrike" u="none">
              <a:solidFill>
                <a:srgbClr val="000000"/>
              </a:solidFill>
              <a:effectLst/>
              <a:uFillTx/>
              <a:latin typeface="Arial"/>
            </a:endParaRPr>
          </a:p>
        </p:txBody>
      </p:sp>
      <p:sp>
        <p:nvSpPr>
          <p:cNvPr id="314" name="PlaceHolder 2"/>
          <p:cNvSpPr>
            <a:spLocks noGrp="1"/>
          </p:cNvSpPr>
          <p:nvPr>
            <p:ph type="dt" idx="122"/>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pic>
        <p:nvPicPr>
          <p:cNvPr id="315" name="Graphic 10" descr=""/>
          <p:cNvPicPr/>
          <p:nvPr/>
        </p:nvPicPr>
        <p:blipFill>
          <a:blip r:embed="rId1"/>
          <a:stretch/>
        </p:blipFill>
        <p:spPr>
          <a:xfrm>
            <a:off x="11119320" y="279720"/>
            <a:ext cx="693360" cy="554400"/>
          </a:xfrm>
          <a:prstGeom prst="rect">
            <a:avLst/>
          </a:prstGeom>
          <a:noFill/>
          <a:ln w="0">
            <a:noFill/>
          </a:ln>
        </p:spPr>
      </p:pic>
      <p:grpSp>
        <p:nvGrpSpPr>
          <p:cNvPr id="316" name="Group 9"/>
          <p:cNvGrpSpPr/>
          <p:nvPr/>
        </p:nvGrpSpPr>
        <p:grpSpPr>
          <a:xfrm>
            <a:off x="8840880" y="1646640"/>
            <a:ext cx="2262600" cy="2436480"/>
            <a:chOff x="8840880" y="1646640"/>
            <a:chExt cx="2262600" cy="2436480"/>
          </a:xfrm>
        </p:grpSpPr>
        <p:pic>
          <p:nvPicPr>
            <p:cNvPr id="317" name="Picture 4" descr="Graphs and Trees"/>
            <p:cNvPicPr/>
            <p:nvPr/>
          </p:nvPicPr>
          <p:blipFill>
            <a:blip r:embed="rId2"/>
            <a:srcRect l="52882" t="13315" r="3651" b="9434"/>
            <a:stretch/>
          </p:blipFill>
          <p:spPr>
            <a:xfrm>
              <a:off x="8928720" y="1646640"/>
              <a:ext cx="2087280" cy="1773360"/>
            </a:xfrm>
            <a:prstGeom prst="rect">
              <a:avLst/>
            </a:prstGeom>
            <a:noFill/>
            <a:ln w="0">
              <a:noFill/>
            </a:ln>
          </p:spPr>
        </p:pic>
        <p:sp>
          <p:nvSpPr>
            <p:cNvPr id="318" name="TextBox 15"/>
            <p:cNvSpPr/>
            <p:nvPr/>
          </p:nvSpPr>
          <p:spPr>
            <a:xfrm>
              <a:off x="8840880" y="3383640"/>
              <a:ext cx="2262600" cy="699480"/>
            </a:xfrm>
            <a:prstGeom prst="rect">
              <a:avLst/>
            </a:prstGeom>
            <a:solidFill>
              <a:schemeClr val="accent4">
                <a:lumMod val="40000"/>
                <a:lumOff val="60000"/>
              </a:schemeClr>
            </a:solidFill>
            <a:ln w="0">
              <a:noFill/>
            </a:ln>
          </p:spPr>
          <p:style>
            <a:lnRef idx="0"/>
            <a:fillRef idx="0"/>
            <a:effectRef idx="0"/>
            <a:fontRef idx="minor"/>
          </p:style>
          <p:txBody>
            <a:bodyPr lIns="90000" rIns="90000" tIns="45000" bIns="45000" anchor="t">
              <a:spAutoFit/>
            </a:bodyPr>
            <a:p>
              <a:pPr algn="ctr">
                <a:lnSpc>
                  <a:spcPct val="100000"/>
                </a:lnSpc>
              </a:pPr>
              <a:r>
                <a:rPr b="0" lang="en-US" sz="2000" strike="noStrike" u="none">
                  <a:solidFill>
                    <a:srgbClr val="000000"/>
                  </a:solidFill>
                  <a:effectLst/>
                  <a:uFillTx/>
                  <a:latin typeface="Calibri"/>
                  <a:ea typeface="DejaVu Sans"/>
                </a:rPr>
                <a:t>Adjacency matrix (array)</a:t>
              </a:r>
              <a:endParaRPr b="0" lang="en-US" sz="2000" strike="noStrike" u="none">
                <a:solidFill>
                  <a:srgbClr val="000000"/>
                </a:solidFill>
                <a:effectLst/>
                <a:uFillTx/>
                <a:latin typeface="Arial"/>
              </a:endParaRPr>
            </a:p>
          </p:txBody>
        </p:sp>
      </p:grpSp>
      <p:grpSp>
        <p:nvGrpSpPr>
          <p:cNvPr id="319" name="Group 17"/>
          <p:cNvGrpSpPr/>
          <p:nvPr/>
        </p:nvGrpSpPr>
        <p:grpSpPr>
          <a:xfrm>
            <a:off x="9293760" y="4330080"/>
            <a:ext cx="1333440" cy="2003760"/>
            <a:chOff x="9293760" y="4330080"/>
            <a:chExt cx="1333440" cy="2003760"/>
          </a:xfrm>
        </p:grpSpPr>
        <p:pic>
          <p:nvPicPr>
            <p:cNvPr id="320" name="Picture 18" descr=""/>
            <p:cNvPicPr/>
            <p:nvPr/>
          </p:nvPicPr>
          <p:blipFill>
            <a:blip r:embed="rId3"/>
            <a:stretch/>
          </p:blipFill>
          <p:spPr>
            <a:xfrm>
              <a:off x="9293760" y="4330080"/>
              <a:ext cx="1333440" cy="1508760"/>
            </a:xfrm>
            <a:prstGeom prst="rect">
              <a:avLst/>
            </a:prstGeom>
            <a:noFill/>
            <a:ln w="0">
              <a:noFill/>
            </a:ln>
          </p:spPr>
        </p:pic>
        <p:sp>
          <p:nvSpPr>
            <p:cNvPr id="321" name="TextBox 19"/>
            <p:cNvSpPr/>
            <p:nvPr/>
          </p:nvSpPr>
          <p:spPr>
            <a:xfrm>
              <a:off x="9293760" y="5939280"/>
              <a:ext cx="1333440" cy="394560"/>
            </a:xfrm>
            <a:prstGeom prst="rect">
              <a:avLst/>
            </a:prstGeom>
            <a:solidFill>
              <a:schemeClr val="accent4">
                <a:lumMod val="40000"/>
                <a:lumOff val="60000"/>
              </a:schemeClr>
            </a:solidFill>
            <a:ln w="0">
              <a:noFill/>
            </a:ln>
          </p:spPr>
          <p:style>
            <a:lnRef idx="0"/>
            <a:fillRef idx="0"/>
            <a:effectRef idx="0"/>
            <a:fontRef idx="minor"/>
          </p:style>
          <p:txBody>
            <a:bodyPr lIns="90000" rIns="90000" tIns="45000" bIns="45000" anchor="t">
              <a:spAutoFit/>
            </a:bodyPr>
            <a:p>
              <a:pPr algn="ctr">
                <a:lnSpc>
                  <a:spcPct val="100000"/>
                </a:lnSpc>
              </a:pPr>
              <a:r>
                <a:rPr b="0" lang="en-US" sz="2000" strike="noStrike" u="none">
                  <a:solidFill>
                    <a:srgbClr val="000000"/>
                  </a:solidFill>
                  <a:effectLst/>
                  <a:uFillTx/>
                  <a:latin typeface="Calibri"/>
                  <a:ea typeface="DejaVu Sans"/>
                </a:rPr>
                <a:t>Dictionary</a:t>
              </a:r>
              <a:endParaRPr b="0" lang="en-US" sz="2000" strike="noStrike" u="none">
                <a:solidFill>
                  <a:srgbClr val="000000"/>
                </a:solidFill>
                <a:effectLst/>
                <a:uFillTx/>
                <a:latin typeface="Arial"/>
              </a:endParaRPr>
            </a:p>
          </p:txBody>
        </p:sp>
      </p:grpSp>
      <p:sp>
        <p:nvSpPr>
          <p:cNvPr id="322" name="TextBox 20"/>
          <p:cNvSpPr/>
          <p:nvPr/>
        </p:nvSpPr>
        <p:spPr>
          <a:xfrm>
            <a:off x="9193680" y="1238040"/>
            <a:ext cx="1850400" cy="394560"/>
          </a:xfrm>
          <a:prstGeom prst="rect">
            <a:avLst/>
          </a:prstGeom>
          <a:noFill/>
          <a:ln w="0">
            <a:noFill/>
          </a:ln>
        </p:spPr>
        <p:style>
          <a:lnRef idx="0"/>
          <a:fillRef idx="0"/>
          <a:effectRef idx="0"/>
          <a:fontRef idx="minor"/>
        </p:style>
        <p:txBody>
          <a:bodyPr wrap="none" lIns="90000" rIns="90000" tIns="45000" bIns="45000" anchor="t">
            <a:spAutoFit/>
          </a:bodyPr>
          <a:p>
            <a:pPr algn="ctr">
              <a:lnSpc>
                <a:spcPct val="100000"/>
              </a:lnSpc>
            </a:pPr>
            <a:r>
              <a:rPr b="0" lang="en-US" sz="2000" strike="noStrike" u="none">
                <a:solidFill>
                  <a:srgbClr val="000000"/>
                </a:solidFill>
                <a:effectLst/>
                <a:uFillTx/>
                <a:latin typeface="Calibri"/>
                <a:ea typeface="DejaVu Sans"/>
              </a:rPr>
              <a:t>Implemented as</a:t>
            </a:r>
            <a:endParaRPr b="0" lang="en-US" sz="2000" strike="noStrike" u="none">
              <a:solidFill>
                <a:srgbClr val="000000"/>
              </a:solidFill>
              <a:effectLst/>
              <a:uFillTx/>
              <a:latin typeface="Arial"/>
            </a:endParaRPr>
          </a:p>
        </p:txBody>
      </p:sp>
      <p:pic>
        <p:nvPicPr>
          <p:cNvPr id="323" name="Picture 4" descr="Graphs and Trees"/>
          <p:cNvPicPr/>
          <p:nvPr/>
        </p:nvPicPr>
        <p:blipFill>
          <a:blip r:embed="rId4"/>
          <a:srcRect l="0" t="0" r="47118" b="0"/>
          <a:stretch/>
        </p:blipFill>
        <p:spPr>
          <a:xfrm>
            <a:off x="5303880" y="2530800"/>
            <a:ext cx="2266920" cy="2049480"/>
          </a:xfrm>
          <a:prstGeom prst="rect">
            <a:avLst/>
          </a:prstGeom>
          <a:noFill/>
          <a:ln w="0">
            <a:noFill/>
          </a:ln>
        </p:spPr>
      </p:pic>
      <p:grpSp>
        <p:nvGrpSpPr>
          <p:cNvPr id="324" name="Group 62"/>
          <p:cNvGrpSpPr/>
          <p:nvPr/>
        </p:nvGrpSpPr>
        <p:grpSpPr>
          <a:xfrm>
            <a:off x="1538280" y="2737800"/>
            <a:ext cx="2321280" cy="1842480"/>
            <a:chOff x="1538280" y="2737800"/>
            <a:chExt cx="2321280" cy="1842480"/>
          </a:xfrm>
        </p:grpSpPr>
        <p:pic>
          <p:nvPicPr>
            <p:cNvPr id="325" name="Picture 21" descr=""/>
            <p:cNvPicPr/>
            <p:nvPr/>
          </p:nvPicPr>
          <p:blipFill>
            <a:blip r:embed="rId5"/>
            <a:stretch/>
          </p:blipFill>
          <p:spPr>
            <a:xfrm>
              <a:off x="1538280" y="3387960"/>
              <a:ext cx="556200" cy="568080"/>
            </a:xfrm>
            <a:prstGeom prst="rect">
              <a:avLst/>
            </a:prstGeom>
            <a:noFill/>
            <a:ln w="0">
              <a:noFill/>
            </a:ln>
          </p:spPr>
        </p:pic>
        <p:pic>
          <p:nvPicPr>
            <p:cNvPr id="326" name="Picture 22" descr=""/>
            <p:cNvPicPr/>
            <p:nvPr/>
          </p:nvPicPr>
          <p:blipFill>
            <a:blip r:embed="rId6"/>
            <a:stretch/>
          </p:blipFill>
          <p:spPr>
            <a:xfrm>
              <a:off x="2345760" y="2737800"/>
              <a:ext cx="556200" cy="568440"/>
            </a:xfrm>
            <a:prstGeom prst="rect">
              <a:avLst/>
            </a:prstGeom>
            <a:noFill/>
            <a:ln w="0">
              <a:noFill/>
            </a:ln>
          </p:spPr>
        </p:pic>
        <p:pic>
          <p:nvPicPr>
            <p:cNvPr id="327" name="Picture 23" descr=""/>
            <p:cNvPicPr/>
            <p:nvPr/>
          </p:nvPicPr>
          <p:blipFill>
            <a:blip r:embed="rId7"/>
            <a:stretch/>
          </p:blipFill>
          <p:spPr>
            <a:xfrm>
              <a:off x="2345760" y="4011840"/>
              <a:ext cx="556200" cy="568440"/>
            </a:xfrm>
            <a:prstGeom prst="rect">
              <a:avLst/>
            </a:prstGeom>
            <a:noFill/>
            <a:ln w="0">
              <a:noFill/>
            </a:ln>
          </p:spPr>
        </p:pic>
        <p:pic>
          <p:nvPicPr>
            <p:cNvPr id="328" name="Picture 24" descr=""/>
            <p:cNvPicPr/>
            <p:nvPr/>
          </p:nvPicPr>
          <p:blipFill>
            <a:blip r:embed="rId8"/>
            <a:stretch/>
          </p:blipFill>
          <p:spPr>
            <a:xfrm>
              <a:off x="3295800" y="2793960"/>
              <a:ext cx="556560" cy="599400"/>
            </a:xfrm>
            <a:prstGeom prst="rect">
              <a:avLst/>
            </a:prstGeom>
            <a:noFill/>
            <a:ln w="0">
              <a:noFill/>
            </a:ln>
          </p:spPr>
        </p:pic>
        <p:pic>
          <p:nvPicPr>
            <p:cNvPr id="329" name="Picture 26" descr=""/>
            <p:cNvPicPr/>
            <p:nvPr/>
          </p:nvPicPr>
          <p:blipFill>
            <a:blip r:embed="rId9"/>
            <a:stretch/>
          </p:blipFill>
          <p:spPr>
            <a:xfrm>
              <a:off x="3303360" y="3683160"/>
              <a:ext cx="556200" cy="612000"/>
            </a:xfrm>
            <a:prstGeom prst="rect">
              <a:avLst/>
            </a:prstGeom>
            <a:noFill/>
            <a:ln w="0">
              <a:noFill/>
            </a:ln>
          </p:spPr>
        </p:pic>
        <p:cxnSp>
          <p:nvCxnSpPr>
            <p:cNvPr id="330" name="Straight Arrow Connector 29"/>
            <p:cNvCxnSpPr/>
            <p:nvPr/>
          </p:nvCxnSpPr>
          <p:spPr>
            <a:xfrm flipV="1">
              <a:off x="1995120" y="3145680"/>
              <a:ext cx="351360" cy="338760"/>
            </a:xfrm>
            <a:prstGeom prst="straightConnector1">
              <a:avLst/>
            </a:prstGeom>
            <a:ln w="38100">
              <a:solidFill>
                <a:srgbClr val="000000"/>
              </a:solidFill>
              <a:round/>
              <a:tailEnd len="med" type="triangle" w="med"/>
            </a:ln>
          </p:spPr>
        </p:cxnSp>
        <p:cxnSp>
          <p:nvCxnSpPr>
            <p:cNvPr id="331" name="Straight Arrow Connector 31"/>
            <p:cNvCxnSpPr/>
            <p:nvPr/>
          </p:nvCxnSpPr>
          <p:spPr>
            <a:xfrm>
              <a:off x="2045160" y="3828240"/>
              <a:ext cx="373320" cy="281520"/>
            </a:xfrm>
            <a:prstGeom prst="straightConnector1">
              <a:avLst/>
            </a:prstGeom>
            <a:ln w="38100">
              <a:solidFill>
                <a:srgbClr val="000000"/>
              </a:solidFill>
              <a:round/>
              <a:tailEnd len="med" type="triangle" w="med"/>
            </a:ln>
          </p:spPr>
        </p:cxnSp>
        <p:cxnSp>
          <p:nvCxnSpPr>
            <p:cNvPr id="332" name="Straight Arrow Connector 46"/>
            <p:cNvCxnSpPr>
              <a:stCxn id="326" idx="2"/>
              <a:endCxn id="327" idx="0"/>
            </p:cNvCxnSpPr>
            <p:nvPr/>
          </p:nvCxnSpPr>
          <p:spPr>
            <a:xfrm>
              <a:off x="2623680" y="3306240"/>
              <a:ext cx="360" cy="705960"/>
            </a:xfrm>
            <a:prstGeom prst="straightConnector1">
              <a:avLst/>
            </a:prstGeom>
            <a:ln w="38100">
              <a:solidFill>
                <a:srgbClr val="000000"/>
              </a:solidFill>
              <a:round/>
              <a:tailEnd len="med" type="triangle" w="med"/>
            </a:ln>
          </p:spPr>
        </p:cxnSp>
        <p:cxnSp>
          <p:nvCxnSpPr>
            <p:cNvPr id="333" name="Straight Arrow Connector 49"/>
            <p:cNvCxnSpPr>
              <a:endCxn id="328" idx="1"/>
            </p:cNvCxnSpPr>
            <p:nvPr/>
          </p:nvCxnSpPr>
          <p:spPr>
            <a:xfrm>
              <a:off x="2903040" y="3022200"/>
              <a:ext cx="393120" cy="71640"/>
            </a:xfrm>
            <a:prstGeom prst="straightConnector1">
              <a:avLst/>
            </a:prstGeom>
            <a:ln w="38100">
              <a:solidFill>
                <a:srgbClr val="000000"/>
              </a:solidFill>
              <a:round/>
              <a:tailEnd len="med" type="triangle" w="med"/>
            </a:ln>
          </p:spPr>
        </p:cxnSp>
        <p:cxnSp>
          <p:nvCxnSpPr>
            <p:cNvPr id="334" name="Straight Arrow Connector 51"/>
            <p:cNvCxnSpPr>
              <a:endCxn id="329" idx="1"/>
            </p:cNvCxnSpPr>
            <p:nvPr/>
          </p:nvCxnSpPr>
          <p:spPr>
            <a:xfrm flipV="1">
              <a:off x="2898000" y="3989160"/>
              <a:ext cx="405720" cy="308160"/>
            </a:xfrm>
            <a:prstGeom prst="straightConnector1">
              <a:avLst/>
            </a:prstGeom>
            <a:ln w="38100">
              <a:solidFill>
                <a:srgbClr val="000000"/>
              </a:solidFill>
              <a:round/>
              <a:tailEnd len="med" type="triangle" w="med"/>
            </a:ln>
          </p:spPr>
        </p:cxnSp>
        <p:cxnSp>
          <p:nvCxnSpPr>
            <p:cNvPr id="335" name="Straight Arrow Connector 53"/>
            <p:cNvCxnSpPr>
              <a:stCxn id="329" idx="0"/>
              <a:endCxn id="328" idx="2"/>
            </p:cNvCxnSpPr>
            <p:nvPr/>
          </p:nvCxnSpPr>
          <p:spPr>
            <a:xfrm flipH="1" flipV="1">
              <a:off x="3574080" y="3393360"/>
              <a:ext cx="7560" cy="290160"/>
            </a:xfrm>
            <a:prstGeom prst="straightConnector1">
              <a:avLst/>
            </a:prstGeom>
            <a:ln w="38100">
              <a:solidFill>
                <a:srgbClr val="000000"/>
              </a:solidFill>
              <a:round/>
              <a:tailEnd len="med" type="triangle" w="med"/>
            </a:ln>
          </p:spPr>
        </p:cxnSp>
      </p:grpSp>
      <p:sp>
        <p:nvSpPr>
          <p:cNvPr id="336" name="TextBox 55"/>
          <p:cNvSpPr/>
          <p:nvPr/>
        </p:nvSpPr>
        <p:spPr>
          <a:xfrm>
            <a:off x="1387800" y="1907280"/>
            <a:ext cx="2472120" cy="394560"/>
          </a:xfrm>
          <a:prstGeom prst="rect">
            <a:avLst/>
          </a:prstGeom>
          <a:solidFill>
            <a:srgbClr val="f0d0d5"/>
          </a:solidFill>
          <a:ln w="0">
            <a:noFill/>
          </a:ln>
        </p:spPr>
        <p:style>
          <a:lnRef idx="0"/>
          <a:fillRef idx="0"/>
          <a:effectRef idx="0"/>
          <a:fontRef idx="minor"/>
        </p:style>
        <p:txBody>
          <a:bodyPr lIns="90000" rIns="90000" tIns="45000" bIns="45000" anchor="t">
            <a:spAutoFit/>
          </a:bodyPr>
          <a:p>
            <a:pPr algn="ctr">
              <a:lnSpc>
                <a:spcPct val="100000"/>
              </a:lnSpc>
            </a:pPr>
            <a:r>
              <a:rPr b="0" lang="en-US" sz="2000" strike="noStrike" u="none">
                <a:solidFill>
                  <a:srgbClr val="000000"/>
                </a:solidFill>
                <a:effectLst/>
                <a:uFillTx/>
                <a:latin typeface="Calibri"/>
                <a:ea typeface="DejaVu Sans"/>
              </a:rPr>
              <a:t>Friendship relations?</a:t>
            </a:r>
            <a:endParaRPr b="0" lang="en-US" sz="2000" strike="noStrike" u="none">
              <a:solidFill>
                <a:srgbClr val="000000"/>
              </a:solidFill>
              <a:effectLst/>
              <a:uFillTx/>
              <a:latin typeface="Arial"/>
            </a:endParaRPr>
          </a:p>
        </p:txBody>
      </p:sp>
      <p:sp>
        <p:nvSpPr>
          <p:cNvPr id="337" name="TextBox 4095"/>
          <p:cNvSpPr/>
          <p:nvPr/>
        </p:nvSpPr>
        <p:spPr>
          <a:xfrm>
            <a:off x="5303880" y="1867680"/>
            <a:ext cx="2459880" cy="394560"/>
          </a:xfrm>
          <a:prstGeom prst="rect">
            <a:avLst/>
          </a:prstGeom>
          <a:solidFill>
            <a:schemeClr val="accent6">
              <a:lumMod val="20000"/>
              <a:lumOff val="80000"/>
            </a:schemeClr>
          </a:solidFill>
          <a:ln w="0">
            <a:noFill/>
          </a:ln>
        </p:spPr>
        <p:style>
          <a:lnRef idx="0"/>
          <a:fillRef idx="0"/>
          <a:effectRef idx="0"/>
          <a:fontRef idx="minor"/>
        </p:style>
        <p:txBody>
          <a:bodyPr lIns="90000" rIns="90000" tIns="45000" bIns="45000" anchor="t">
            <a:spAutoFit/>
          </a:bodyPr>
          <a:p>
            <a:pPr algn="ctr">
              <a:lnSpc>
                <a:spcPct val="100000"/>
              </a:lnSpc>
            </a:pPr>
            <a:r>
              <a:rPr b="0" lang="en-US" sz="2000" strike="noStrike" u="none">
                <a:solidFill>
                  <a:srgbClr val="000000"/>
                </a:solidFill>
                <a:effectLst/>
                <a:uFillTx/>
                <a:latin typeface="Calibri"/>
                <a:ea typeface="DejaVu Sans"/>
              </a:rPr>
              <a:t>Graph</a:t>
            </a:r>
            <a:endParaRPr b="0" lang="en-US" sz="2000" strike="noStrike" u="none">
              <a:solidFill>
                <a:srgbClr val="000000"/>
              </a:solidFill>
              <a:effectLst/>
              <a:uFillTx/>
              <a:latin typeface="Arial"/>
            </a:endParaRPr>
          </a:p>
        </p:txBody>
      </p:sp>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5A0D2AFD-FD1A-46E2-B0E6-1AF1CC20B481}" type="slidenum">
              <a:t>12</a:t>
            </a:fld>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PlaceHolder 1"/>
          <p:cNvSpPr>
            <a:spLocks noGrp="1"/>
          </p:cNvSpPr>
          <p:nvPr>
            <p:ph type="title"/>
          </p:nvPr>
        </p:nvSpPr>
        <p:spPr>
          <a:xfrm>
            <a:off x="407520" y="229320"/>
            <a:ext cx="11304000" cy="902520"/>
          </a:xfrm>
          <a:prstGeom prst="rect">
            <a:avLst/>
          </a:prstGeom>
          <a:noFill/>
          <a:ln w="0">
            <a:noFill/>
          </a:ln>
        </p:spPr>
        <p:txBody>
          <a:bodyPr lIns="0" rIns="0" tIns="0" bIns="0" anchor="ctr">
            <a:noAutofit/>
          </a:bodyPr>
          <a:p>
            <a:pPr indent="0">
              <a:lnSpc>
                <a:spcPct val="90000"/>
              </a:lnSpc>
              <a:buNone/>
              <a:tabLst>
                <a:tab algn="l" pos="0"/>
              </a:tabLst>
            </a:pPr>
            <a:r>
              <a:rPr b="0" lang="en-US" sz="3600" strike="noStrike" u="none">
                <a:solidFill>
                  <a:srgbClr val="000000"/>
                </a:solidFill>
                <a:effectLst/>
                <a:uFillTx/>
                <a:latin typeface="Calibri Light"/>
              </a:rPr>
              <a:t>You develop your code on a </a:t>
            </a:r>
            <a:r>
              <a:rPr b="0" lang="en-CH" sz="3600" strike="noStrike" u="none">
                <a:solidFill>
                  <a:srgbClr val="000000"/>
                </a:solidFill>
                <a:effectLst/>
                <a:uFillTx/>
                <a:latin typeface="Calibri Light"/>
              </a:rPr>
              <a:t>small data set, how is it going to scale to the complete data set?</a:t>
            </a:r>
            <a:r>
              <a:rPr b="0" lang="en-US" sz="3600" strike="noStrike" u="none">
                <a:solidFill>
                  <a:srgbClr val="000000"/>
                </a:solidFill>
                <a:effectLst/>
                <a:uFillTx/>
                <a:latin typeface="Calibri Light"/>
              </a:rPr>
              <a:t> </a:t>
            </a:r>
            <a:endParaRPr b="0" lang="en-US" sz="3600" strike="noStrike" u="none">
              <a:solidFill>
                <a:srgbClr val="000000"/>
              </a:solidFill>
              <a:effectLst/>
              <a:uFillTx/>
              <a:latin typeface="Arial"/>
            </a:endParaRPr>
          </a:p>
        </p:txBody>
      </p:sp>
      <p:sp>
        <p:nvSpPr>
          <p:cNvPr id="339" name="PlaceHolder 2"/>
          <p:cNvSpPr>
            <a:spLocks noGrp="1"/>
          </p:cNvSpPr>
          <p:nvPr>
            <p:ph type="dt" idx="123"/>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graphicFrame>
        <p:nvGraphicFramePr>
          <p:cNvPr id="340" name="Table 9"/>
          <p:cNvGraphicFramePr/>
          <p:nvPr/>
        </p:nvGraphicFramePr>
        <p:xfrm>
          <a:off x="2622240" y="2341080"/>
          <a:ext cx="898200" cy="905040"/>
        </p:xfrm>
        <a:graphic>
          <a:graphicData uri="http://schemas.openxmlformats.org/drawingml/2006/table">
            <a:tbl>
              <a:tblPr/>
              <a:tblGrid>
                <a:gridCol w="299520"/>
                <a:gridCol w="299520"/>
                <a:gridCol w="299520"/>
              </a:tblGrid>
              <a:tr h="301680">
                <a:tc>
                  <a:txBody>
                    <a:bodyPr lIns="73800" rIns="73800" anchor="t">
                      <a:noAutofit/>
                    </a:bodyPr>
                    <a:p>
                      <a:endParaRPr b="1" lang="en-CH" sz="1500" strike="noStrike" u="none">
                        <a:solidFill>
                          <a:schemeClr val="lt1"/>
                        </a:solidFill>
                        <a:effectLst/>
                        <a:uFillTx/>
                        <a:latin typeface="Calibri"/>
                      </a:endParaRPr>
                    </a:p>
                  </a:txBody>
                  <a:tcPr anchor="t" marL="73800" marR="738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3800" rIns="73800" anchor="t">
                      <a:noAutofit/>
                    </a:bodyPr>
                    <a:p>
                      <a:endParaRPr b="1" lang="en-CH" sz="1500" strike="noStrike" u="none">
                        <a:solidFill>
                          <a:schemeClr val="lt1"/>
                        </a:solidFill>
                        <a:effectLst/>
                        <a:uFillTx/>
                        <a:latin typeface="Calibri"/>
                      </a:endParaRPr>
                    </a:p>
                  </a:txBody>
                  <a:tcPr anchor="t" marL="73800" marR="738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3800" rIns="73800" anchor="t">
                      <a:noAutofit/>
                    </a:bodyPr>
                    <a:p>
                      <a:endParaRPr b="1" lang="en-CH" sz="1500" strike="noStrike" u="none">
                        <a:solidFill>
                          <a:schemeClr val="lt1"/>
                        </a:solidFill>
                        <a:effectLst/>
                        <a:uFillTx/>
                        <a:latin typeface="Calibri"/>
                      </a:endParaRPr>
                    </a:p>
                  </a:txBody>
                  <a:tcPr anchor="t" marL="73800" marR="738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r>
              <a:tr h="301680">
                <a:tc>
                  <a:txBody>
                    <a:bodyPr lIns="73800" rIns="73800" anchor="t">
                      <a:noAutofit/>
                    </a:bodyPr>
                    <a:p>
                      <a:endParaRPr b="0" lang="en-CH" sz="1500" strike="noStrike" u="none">
                        <a:solidFill>
                          <a:schemeClr val="dk1"/>
                        </a:solidFill>
                        <a:effectLst/>
                        <a:uFillTx/>
                        <a:latin typeface="Calibri"/>
                      </a:endParaRPr>
                    </a:p>
                  </a:txBody>
                  <a:tcPr anchor="t" marL="73800" marR="738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3800" rIns="73800" anchor="t">
                      <a:noAutofit/>
                    </a:bodyPr>
                    <a:p>
                      <a:endParaRPr b="0" lang="en-CH" sz="1500" strike="noStrike" u="none">
                        <a:solidFill>
                          <a:schemeClr val="dk1"/>
                        </a:solidFill>
                        <a:effectLst/>
                        <a:uFillTx/>
                        <a:latin typeface="Calibri"/>
                      </a:endParaRPr>
                    </a:p>
                  </a:txBody>
                  <a:tcPr anchor="t" marL="73800" marR="738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3800" rIns="73800" anchor="t">
                      <a:noAutofit/>
                    </a:bodyPr>
                    <a:p>
                      <a:endParaRPr b="0" lang="en-CH" sz="1500" strike="noStrike" u="none">
                        <a:solidFill>
                          <a:schemeClr val="dk1"/>
                        </a:solidFill>
                        <a:effectLst/>
                        <a:uFillTx/>
                        <a:latin typeface="Calibri"/>
                      </a:endParaRPr>
                    </a:p>
                  </a:txBody>
                  <a:tcPr anchor="t" marL="73800" marR="738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r>
              <a:tr h="301680">
                <a:tc>
                  <a:txBody>
                    <a:bodyPr lIns="73800" rIns="73800" anchor="t">
                      <a:noAutofit/>
                    </a:bodyPr>
                    <a:p>
                      <a:endParaRPr b="0" lang="en-CH" sz="1500" strike="noStrike" u="none">
                        <a:solidFill>
                          <a:schemeClr val="dk1"/>
                        </a:solidFill>
                        <a:effectLst/>
                        <a:uFillTx/>
                        <a:latin typeface="Calibri"/>
                      </a:endParaRPr>
                    </a:p>
                  </a:txBody>
                  <a:tcPr anchor="t" marL="73800" marR="738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3800" rIns="73800" anchor="t">
                      <a:noAutofit/>
                    </a:bodyPr>
                    <a:p>
                      <a:endParaRPr b="0" lang="en-CH" sz="1500" strike="noStrike" u="none">
                        <a:solidFill>
                          <a:schemeClr val="dk1"/>
                        </a:solidFill>
                        <a:effectLst/>
                        <a:uFillTx/>
                        <a:latin typeface="Calibri"/>
                      </a:endParaRPr>
                    </a:p>
                  </a:txBody>
                  <a:tcPr anchor="t" marL="73800" marR="738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3800" rIns="73800" anchor="t">
                      <a:noAutofit/>
                    </a:bodyPr>
                    <a:p>
                      <a:endParaRPr b="0" lang="en-CH" sz="1500" strike="noStrike" u="none">
                        <a:solidFill>
                          <a:schemeClr val="dk1"/>
                        </a:solidFill>
                        <a:effectLst/>
                        <a:uFillTx/>
                        <a:latin typeface="Calibri"/>
                      </a:endParaRPr>
                    </a:p>
                  </a:txBody>
                  <a:tcPr anchor="t" marL="73800" marR="738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r>
            </a:tbl>
          </a:graphicData>
        </a:graphic>
      </p:graphicFrame>
      <p:graphicFrame>
        <p:nvGraphicFramePr>
          <p:cNvPr id="341" name="Table 10"/>
          <p:cNvGraphicFramePr/>
          <p:nvPr/>
        </p:nvGraphicFramePr>
        <p:xfrm>
          <a:off x="6157080" y="2341080"/>
          <a:ext cx="4483440" cy="1764720"/>
        </p:xfrm>
        <a:graphic>
          <a:graphicData uri="http://schemas.openxmlformats.org/drawingml/2006/table">
            <a:tbl>
              <a:tblPr/>
              <a:tblGrid>
                <a:gridCol w="310680"/>
                <a:gridCol w="298080"/>
                <a:gridCol w="298080"/>
                <a:gridCol w="298080"/>
                <a:gridCol w="298080"/>
                <a:gridCol w="298080"/>
                <a:gridCol w="298080"/>
                <a:gridCol w="298080"/>
                <a:gridCol w="298080"/>
                <a:gridCol w="298080"/>
                <a:gridCol w="298080"/>
                <a:gridCol w="298080"/>
                <a:gridCol w="298080"/>
                <a:gridCol w="298080"/>
                <a:gridCol w="298080"/>
              </a:tblGrid>
              <a:tr h="294120">
                <a:tc>
                  <a:txBody>
                    <a:bodyPr lIns="70200" rIns="70200" anchor="t">
                      <a:noAutofit/>
                    </a:bodyPr>
                    <a:p>
                      <a:endParaRPr b="1" lang="en-CH" sz="1500" strike="noStrike" u="none">
                        <a:solidFill>
                          <a:schemeClr val="lt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1" lang="en-CH" sz="1500" strike="noStrike" u="none">
                        <a:solidFill>
                          <a:schemeClr val="lt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1" lang="en-CH" sz="1500" strike="noStrike" u="none">
                        <a:solidFill>
                          <a:schemeClr val="lt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1" lang="en-CH" sz="1500" strike="noStrike" u="none">
                        <a:solidFill>
                          <a:schemeClr val="lt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1" lang="en-CH" sz="1500" strike="noStrike" u="none">
                        <a:solidFill>
                          <a:schemeClr val="lt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1" lang="en-CH" sz="1500" strike="noStrike" u="none">
                        <a:solidFill>
                          <a:schemeClr val="lt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1" lang="en-CH" sz="1500" strike="noStrike" u="none">
                        <a:solidFill>
                          <a:schemeClr val="lt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1" lang="en-CH" sz="1500" strike="noStrike" u="none">
                        <a:solidFill>
                          <a:schemeClr val="lt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1" lang="en-CH" sz="1500" strike="noStrike" u="none">
                        <a:solidFill>
                          <a:schemeClr val="lt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1" lang="en-CH" sz="1500" strike="noStrike" u="none">
                        <a:solidFill>
                          <a:schemeClr val="lt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1" lang="en-CH" sz="1500" strike="noStrike" u="none">
                        <a:solidFill>
                          <a:schemeClr val="lt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1" lang="en-CH" sz="1500" strike="noStrike" u="none">
                        <a:solidFill>
                          <a:schemeClr val="lt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1" lang="en-CH" sz="1500" strike="noStrike" u="none">
                        <a:solidFill>
                          <a:schemeClr val="lt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1" lang="en-CH" sz="1500" strike="noStrike" u="none">
                        <a:solidFill>
                          <a:schemeClr val="lt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1" lang="en-CH" sz="1500" strike="noStrike" u="none">
                        <a:solidFill>
                          <a:schemeClr val="lt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r>
              <a:tr h="294120">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r>
              <a:tr h="294120">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r>
              <a:tr h="294120">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r>
              <a:tr h="294120">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r>
              <a:tr h="294120">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40000"/>
                        <a:lumOff val="6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c>
                  <a:txBody>
                    <a:bodyPr lIns="70200" rIns="70200" anchor="t">
                      <a:noAutofit/>
                    </a:bodyPr>
                    <a:p>
                      <a:endParaRPr b="0" lang="en-CH" sz="1500" strike="noStrike" u="none">
                        <a:solidFill>
                          <a:schemeClr val="dk1"/>
                        </a:solidFill>
                        <a:effectLst/>
                        <a:uFillTx/>
                        <a:latin typeface="Calibri"/>
                      </a:endParaRPr>
                    </a:p>
                  </a:txBody>
                  <a:tcPr anchor="t" marL="70200" marR="7020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chemeClr val="accent6">
                        <a:lumMod val="20000"/>
                        <a:lumOff val="80000"/>
                      </a:schemeClr>
                    </a:solidFill>
                  </a:tcPr>
                </a:tc>
              </a:tr>
            </a:tbl>
          </a:graphicData>
        </a:graphic>
      </p:graphicFrame>
      <p:sp>
        <p:nvSpPr>
          <p:cNvPr id="342" name="TextBox 11"/>
          <p:cNvSpPr/>
          <p:nvPr/>
        </p:nvSpPr>
        <p:spPr>
          <a:xfrm>
            <a:off x="1487520" y="4404600"/>
            <a:ext cx="3167280" cy="8211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0" lang="en-CH" sz="2400" strike="noStrike" u="none">
                <a:solidFill>
                  <a:srgbClr val="000000"/>
                </a:solidFill>
                <a:effectLst/>
                <a:uFillTx/>
                <a:latin typeface="Calibri"/>
                <a:ea typeface="DejaVu Sans"/>
              </a:rPr>
              <a:t>N data points,</a:t>
            </a:r>
            <a:endParaRPr b="0" lang="en-US" sz="2400" strike="noStrike" u="none">
              <a:solidFill>
                <a:srgbClr val="000000"/>
              </a:solidFill>
              <a:effectLst/>
              <a:uFillTx/>
              <a:latin typeface="Arial"/>
            </a:endParaRPr>
          </a:p>
          <a:p>
            <a:pPr algn="ctr">
              <a:lnSpc>
                <a:spcPct val="100000"/>
              </a:lnSpc>
            </a:pPr>
            <a:r>
              <a:rPr b="0" lang="en-CH" sz="2400" strike="noStrike" u="none">
                <a:solidFill>
                  <a:srgbClr val="000000"/>
                </a:solidFill>
                <a:effectLst/>
                <a:uFillTx/>
                <a:latin typeface="Calibri"/>
                <a:ea typeface="DejaVu Sans"/>
              </a:rPr>
              <a:t>Processing time T</a:t>
            </a:r>
            <a:endParaRPr b="0" lang="en-US" sz="2400" strike="noStrike" u="none">
              <a:solidFill>
                <a:srgbClr val="000000"/>
              </a:solidFill>
              <a:effectLst/>
              <a:uFillTx/>
              <a:latin typeface="Arial"/>
            </a:endParaRPr>
          </a:p>
        </p:txBody>
      </p:sp>
      <p:sp>
        <p:nvSpPr>
          <p:cNvPr id="343" name="TextBox 12"/>
          <p:cNvSpPr/>
          <p:nvPr/>
        </p:nvSpPr>
        <p:spPr>
          <a:xfrm>
            <a:off x="6816240" y="4404600"/>
            <a:ext cx="3167280" cy="8211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0" lang="en-CH" sz="2400" strike="noStrike" u="none">
                <a:solidFill>
                  <a:srgbClr val="000000"/>
                </a:solidFill>
                <a:effectLst/>
                <a:uFillTx/>
                <a:latin typeface="Calibri"/>
                <a:ea typeface="DejaVu Sans"/>
              </a:rPr>
              <a:t>10x N data points</a:t>
            </a:r>
            <a:endParaRPr b="0" lang="en-US" sz="2400" strike="noStrike" u="none">
              <a:solidFill>
                <a:srgbClr val="000000"/>
              </a:solidFill>
              <a:effectLst/>
              <a:uFillTx/>
              <a:latin typeface="Arial"/>
            </a:endParaRPr>
          </a:p>
          <a:p>
            <a:pPr algn="ctr">
              <a:lnSpc>
                <a:spcPct val="100000"/>
              </a:lnSpc>
            </a:pPr>
            <a:r>
              <a:rPr b="1" lang="en-CH" sz="2400" strike="noStrike" u="none">
                <a:solidFill>
                  <a:srgbClr val="ff0000"/>
                </a:solidFill>
                <a:effectLst/>
                <a:uFillTx/>
                <a:latin typeface="Calibri"/>
                <a:ea typeface="DejaVu Sans"/>
              </a:rPr>
              <a:t>Processing time -&gt; ?</a:t>
            </a:r>
            <a:endParaRPr b="0" lang="en-US" sz="2400" strike="noStrike" u="none">
              <a:solidFill>
                <a:srgbClr val="000000"/>
              </a:solidFill>
              <a:effectLst/>
              <a:uFillTx/>
              <a:latin typeface="Arial"/>
            </a:endParaRPr>
          </a:p>
        </p:txBody>
      </p:sp>
      <p:sp>
        <p:nvSpPr>
          <p:cNvPr id="344" name="TextBox 14"/>
          <p:cNvSpPr/>
          <p:nvPr/>
        </p:nvSpPr>
        <p:spPr>
          <a:xfrm>
            <a:off x="1216800" y="1730520"/>
            <a:ext cx="3709080" cy="5158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1" lang="en-CH" sz="2800" strike="noStrike" u="none">
                <a:solidFill>
                  <a:srgbClr val="000000"/>
                </a:solidFill>
                <a:effectLst/>
                <a:uFillTx/>
                <a:latin typeface="Calibri"/>
                <a:ea typeface="DejaVu Sans"/>
              </a:rPr>
              <a:t>Development data </a:t>
            </a:r>
            <a:endParaRPr b="0" lang="en-US" sz="2800" strike="noStrike" u="none">
              <a:solidFill>
                <a:srgbClr val="000000"/>
              </a:solidFill>
              <a:effectLst/>
              <a:uFillTx/>
              <a:latin typeface="Arial"/>
            </a:endParaRPr>
          </a:p>
        </p:txBody>
      </p:sp>
      <p:sp>
        <p:nvSpPr>
          <p:cNvPr id="345" name="TextBox 16"/>
          <p:cNvSpPr/>
          <p:nvPr/>
        </p:nvSpPr>
        <p:spPr>
          <a:xfrm>
            <a:off x="7074000" y="1730520"/>
            <a:ext cx="2651400" cy="51588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1" lang="en-CH" sz="2800" strike="noStrike" u="none">
                <a:solidFill>
                  <a:srgbClr val="000000"/>
                </a:solidFill>
                <a:effectLst/>
                <a:uFillTx/>
                <a:latin typeface="Calibri"/>
                <a:ea typeface="DejaVu Sans"/>
              </a:rPr>
              <a:t>Real data</a:t>
            </a:r>
            <a:endParaRPr b="0" lang="en-US" sz="2800" strike="noStrike" u="none">
              <a:solidFill>
                <a:srgbClr val="000000"/>
              </a:solidFill>
              <a:effectLst/>
              <a:uFillTx/>
              <a:latin typeface="Arial"/>
            </a:endParaRPr>
          </a:p>
        </p:txBody>
      </p:sp>
      <p:sp>
        <p:nvSpPr>
          <p:cNvPr id="346" name="TextBox 13"/>
          <p:cNvSpPr/>
          <p:nvPr/>
        </p:nvSpPr>
        <p:spPr>
          <a:xfrm>
            <a:off x="3008880" y="5733360"/>
            <a:ext cx="6101280" cy="455040"/>
          </a:xfrm>
          <a:custGeom>
            <a:avLst/>
            <a:gdLst>
              <a:gd name="textAreaLeft" fmla="*/ 0 w 6101280"/>
              <a:gd name="textAreaRight" fmla="*/ 6102360 w 6101280"/>
              <a:gd name="textAreaTop" fmla="*/ 0 h 455040"/>
              <a:gd name="textAreaBottom" fmla="*/ 456120 h 455040"/>
            </a:gdLst>
            <a:ahLst/>
            <a:cxnLst/>
            <a:rect l="textAreaLeft" t="textAreaTop" r="textAreaRight" b="textAreaBottom"/>
            <a:pathLst>
              <a:path fill="none" w="6102492" h="461665">
                <a:moveTo>
                  <a:pt x="0" y="0"/>
                </a:moveTo>
                <a:cubicBezTo>
                  <a:pt x="243709" y="22296"/>
                  <a:pt x="300093" y="-1042"/>
                  <a:pt x="556005" y="0"/>
                </a:cubicBezTo>
                <a:cubicBezTo>
                  <a:pt x="811917" y="1042"/>
                  <a:pt x="981497" y="-12440"/>
                  <a:pt x="1173035" y="0"/>
                </a:cubicBezTo>
                <a:cubicBezTo>
                  <a:pt x="1364573" y="12440"/>
                  <a:pt x="1593685" y="6200"/>
                  <a:pt x="1729039" y="0"/>
                </a:cubicBezTo>
                <a:cubicBezTo>
                  <a:pt x="1864393" y="-6200"/>
                  <a:pt x="2204293" y="29298"/>
                  <a:pt x="2468119" y="0"/>
                </a:cubicBezTo>
                <a:cubicBezTo>
                  <a:pt x="2731945" y="-29298"/>
                  <a:pt x="2829813" y="107"/>
                  <a:pt x="3146174" y="0"/>
                </a:cubicBezTo>
                <a:cubicBezTo>
                  <a:pt x="3462535" y="-107"/>
                  <a:pt x="3568265" y="9801"/>
                  <a:pt x="3824228" y="0"/>
                </a:cubicBezTo>
                <a:cubicBezTo>
                  <a:pt x="4080191" y="-9801"/>
                  <a:pt x="4242359" y="-23072"/>
                  <a:pt x="4624333" y="0"/>
                </a:cubicBezTo>
                <a:cubicBezTo>
                  <a:pt x="5006308" y="23072"/>
                  <a:pt x="5033932" y="-23009"/>
                  <a:pt x="5363412" y="0"/>
                </a:cubicBezTo>
                <a:cubicBezTo>
                  <a:pt x="5692892" y="23009"/>
                  <a:pt x="5842200" y="-32297"/>
                  <a:pt x="6102492" y="0"/>
                </a:cubicBezTo>
                <a:cubicBezTo>
                  <a:pt x="6122671" y="157204"/>
                  <a:pt x="6091518" y="315611"/>
                  <a:pt x="6102492" y="461665"/>
                </a:cubicBezTo>
                <a:cubicBezTo>
                  <a:pt x="5958930" y="482370"/>
                  <a:pt x="5776034" y="485946"/>
                  <a:pt x="5607512" y="461665"/>
                </a:cubicBezTo>
                <a:cubicBezTo>
                  <a:pt x="5438990" y="437384"/>
                  <a:pt x="5165024" y="456927"/>
                  <a:pt x="5051507" y="461665"/>
                </a:cubicBezTo>
                <a:cubicBezTo>
                  <a:pt x="4937991" y="466403"/>
                  <a:pt x="4572247" y="491013"/>
                  <a:pt x="4312428" y="461665"/>
                </a:cubicBezTo>
                <a:cubicBezTo>
                  <a:pt x="4052609" y="432317"/>
                  <a:pt x="3739662" y="490303"/>
                  <a:pt x="3512323" y="461665"/>
                </a:cubicBezTo>
                <a:cubicBezTo>
                  <a:pt x="3284985" y="433027"/>
                  <a:pt x="3124496" y="465146"/>
                  <a:pt x="2895293" y="461665"/>
                </a:cubicBezTo>
                <a:cubicBezTo>
                  <a:pt x="2666090" y="458185"/>
                  <a:pt x="2451658" y="451648"/>
                  <a:pt x="2095189" y="461665"/>
                </a:cubicBezTo>
                <a:cubicBezTo>
                  <a:pt x="1738720" y="471682"/>
                  <a:pt x="1713597" y="439450"/>
                  <a:pt x="1539184" y="461665"/>
                </a:cubicBezTo>
                <a:cubicBezTo>
                  <a:pt x="1364772" y="483880"/>
                  <a:pt x="1161495" y="485897"/>
                  <a:pt x="1044204" y="461665"/>
                </a:cubicBezTo>
                <a:cubicBezTo>
                  <a:pt x="926913" y="437433"/>
                  <a:pt x="302746" y="419328"/>
                  <a:pt x="0" y="461665"/>
                </a:cubicBezTo>
                <a:cubicBezTo>
                  <a:pt x="4108" y="252334"/>
                  <a:pt x="-5091" y="225359"/>
                  <a:pt x="0" y="0"/>
                </a:cubicBezTo>
                <a:close/>
              </a:path>
              <a:path stroke="0" w="6102492" h="461665">
                <a:moveTo>
                  <a:pt x="0" y="0"/>
                </a:moveTo>
                <a:cubicBezTo>
                  <a:pt x="230651" y="2535"/>
                  <a:pt x="422907" y="-22708"/>
                  <a:pt x="617030" y="0"/>
                </a:cubicBezTo>
                <a:cubicBezTo>
                  <a:pt x="811153" y="22708"/>
                  <a:pt x="918338" y="12720"/>
                  <a:pt x="1112010" y="0"/>
                </a:cubicBezTo>
                <a:cubicBezTo>
                  <a:pt x="1305682" y="-12720"/>
                  <a:pt x="1542123" y="-867"/>
                  <a:pt x="1912114" y="0"/>
                </a:cubicBezTo>
                <a:cubicBezTo>
                  <a:pt x="2282105" y="867"/>
                  <a:pt x="2375580" y="-15658"/>
                  <a:pt x="2529144" y="0"/>
                </a:cubicBezTo>
                <a:cubicBezTo>
                  <a:pt x="2682708" y="15658"/>
                  <a:pt x="2963309" y="-19412"/>
                  <a:pt x="3146174" y="0"/>
                </a:cubicBezTo>
                <a:cubicBezTo>
                  <a:pt x="3329039" y="19412"/>
                  <a:pt x="3622179" y="14660"/>
                  <a:pt x="3946278" y="0"/>
                </a:cubicBezTo>
                <a:cubicBezTo>
                  <a:pt x="4270377" y="-14660"/>
                  <a:pt x="4339224" y="-22070"/>
                  <a:pt x="4502283" y="0"/>
                </a:cubicBezTo>
                <a:cubicBezTo>
                  <a:pt x="4665342" y="22070"/>
                  <a:pt x="4977686" y="33390"/>
                  <a:pt x="5302387" y="0"/>
                </a:cubicBezTo>
                <a:cubicBezTo>
                  <a:pt x="5627088" y="-33390"/>
                  <a:pt x="5869885" y="-29837"/>
                  <a:pt x="6102492" y="0"/>
                </a:cubicBezTo>
                <a:cubicBezTo>
                  <a:pt x="6089142" y="178584"/>
                  <a:pt x="6092500" y="304996"/>
                  <a:pt x="6102492" y="461665"/>
                </a:cubicBezTo>
                <a:cubicBezTo>
                  <a:pt x="5963416" y="438609"/>
                  <a:pt x="5752403" y="428331"/>
                  <a:pt x="5424437" y="461665"/>
                </a:cubicBezTo>
                <a:cubicBezTo>
                  <a:pt x="5096471" y="494999"/>
                  <a:pt x="4958208" y="469976"/>
                  <a:pt x="4807408" y="461665"/>
                </a:cubicBezTo>
                <a:cubicBezTo>
                  <a:pt x="4656608" y="453354"/>
                  <a:pt x="4303168" y="453800"/>
                  <a:pt x="4007303" y="461665"/>
                </a:cubicBezTo>
                <a:cubicBezTo>
                  <a:pt x="3711438" y="469530"/>
                  <a:pt x="3477611" y="472908"/>
                  <a:pt x="3207199" y="461665"/>
                </a:cubicBezTo>
                <a:cubicBezTo>
                  <a:pt x="2936787" y="450422"/>
                  <a:pt x="2768222" y="489090"/>
                  <a:pt x="2651194" y="461665"/>
                </a:cubicBezTo>
                <a:cubicBezTo>
                  <a:pt x="2534167" y="434240"/>
                  <a:pt x="2154934" y="459907"/>
                  <a:pt x="1973139" y="461665"/>
                </a:cubicBezTo>
                <a:cubicBezTo>
                  <a:pt x="1791344" y="463423"/>
                  <a:pt x="1404080" y="471029"/>
                  <a:pt x="1173035" y="461665"/>
                </a:cubicBezTo>
                <a:cubicBezTo>
                  <a:pt x="941990" y="452301"/>
                  <a:pt x="306306" y="431118"/>
                  <a:pt x="0" y="461665"/>
                </a:cubicBezTo>
                <a:cubicBezTo>
                  <a:pt x="-2462" y="300802"/>
                  <a:pt x="-2149" y="122032"/>
                  <a:pt x="0" y="0"/>
                </a:cubicBezTo>
                <a:close/>
              </a:path>
            </a:pathLst>
          </a:custGeom>
          <a:solidFill>
            <a:schemeClr val="bg2"/>
          </a:solidFill>
          <a:ln w="38100">
            <a:solidFill>
              <a:srgbClr val="000000"/>
            </a:solidFill>
            <a:round/>
          </a:ln>
        </p:spPr>
        <p:style>
          <a:lnRef idx="0"/>
          <a:fillRef idx="0"/>
          <a:effectRef idx="0"/>
          <a:fontRef idx="minor"/>
        </p:style>
        <p:txBody>
          <a:bodyPr lIns="90000" rIns="90000" tIns="45000" bIns="45000" anchor="t">
            <a:spAutoFit/>
          </a:bodyPr>
          <a:p>
            <a:pPr algn="ctr">
              <a:lnSpc>
                <a:spcPct val="100000"/>
              </a:lnSpc>
            </a:pPr>
            <a:r>
              <a:rPr b="0" lang="en-CH" sz="2400" strike="noStrike" u="none">
                <a:solidFill>
                  <a:srgbClr val="000000"/>
                </a:solidFill>
                <a:effectLst/>
                <a:uFillTx/>
                <a:latin typeface="Calibri"/>
                <a:ea typeface="DejaVu Sans"/>
              </a:rPr>
              <a:t>We’re interested in orders of magnitude</a:t>
            </a:r>
            <a:endParaRPr b="0" lang="en-US" sz="2400" strike="noStrike" u="none">
              <a:solidFill>
                <a:srgbClr val="000000"/>
              </a:solidFill>
              <a:effectLst/>
              <a:uFillTx/>
              <a:latin typeface="Arial"/>
            </a:endParaRPr>
          </a:p>
        </p:txBody>
      </p:sp>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54DD1B24-F7D5-4BE6-AAF6-CFF23D8A4D7B}" type="slidenum">
              <a:t>13</a:t>
            </a:fld>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7" name="PlaceHolder 1"/>
          <p:cNvSpPr>
            <a:spLocks noGrp="1"/>
          </p:cNvSpPr>
          <p:nvPr>
            <p:ph type="title"/>
          </p:nvPr>
        </p:nvSpPr>
        <p:spPr>
          <a:xfrm>
            <a:off x="407520" y="229320"/>
            <a:ext cx="11376360" cy="902520"/>
          </a:xfrm>
          <a:prstGeom prst="rect">
            <a:avLst/>
          </a:prstGeom>
          <a:noFill/>
          <a:ln w="0">
            <a:noFill/>
          </a:ln>
        </p:spPr>
        <p:txBody>
          <a:bodyPr lIns="90000" rIns="90000" tIns="45000" bIns="45000" anchor="ctr">
            <a:noAutofit/>
          </a:bodyPr>
          <a:p>
            <a:pPr indent="0">
              <a:lnSpc>
                <a:spcPct val="90000"/>
              </a:lnSpc>
              <a:buNone/>
              <a:tabLst>
                <a:tab algn="l" pos="0"/>
              </a:tabLst>
            </a:pPr>
            <a:r>
              <a:rPr b="0" lang="en-CH" sz="4400" strike="noStrike" u="none">
                <a:solidFill>
                  <a:srgbClr val="000000"/>
                </a:solidFill>
                <a:effectLst/>
                <a:uFillTx/>
                <a:latin typeface="Calibri Light"/>
              </a:rPr>
              <a:t>How performance scales: big-O</a:t>
            </a:r>
            <a:endParaRPr b="0" lang="en-US" sz="4400" strike="noStrike" u="none">
              <a:solidFill>
                <a:srgbClr val="000000"/>
              </a:solidFill>
              <a:effectLst/>
              <a:uFillTx/>
              <a:latin typeface="Arial"/>
            </a:endParaRPr>
          </a:p>
        </p:txBody>
      </p:sp>
      <p:sp>
        <p:nvSpPr>
          <p:cNvPr id="348" name="PlaceHolder 2"/>
          <p:cNvSpPr>
            <a:spLocks noGrp="1"/>
          </p:cNvSpPr>
          <p:nvPr>
            <p:ph type="dt" idx="124"/>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graphicFrame>
        <p:nvGraphicFramePr>
          <p:cNvPr id="349" name="Table 7"/>
          <p:cNvGraphicFramePr/>
          <p:nvPr/>
        </p:nvGraphicFramePr>
        <p:xfrm>
          <a:off x="751320" y="1258920"/>
          <a:ext cx="5631480" cy="2405880"/>
        </p:xfrm>
        <a:graphic>
          <a:graphicData uri="http://schemas.openxmlformats.org/drawingml/2006/table">
            <a:tbl>
              <a:tblPr/>
              <a:tblGrid>
                <a:gridCol w="1401480"/>
                <a:gridCol w="1638360"/>
                <a:gridCol w="2592000"/>
              </a:tblGrid>
              <a:tr h="419400">
                <a:tc>
                  <a:txBody>
                    <a:bodyPr anchor="t">
                      <a:noAutofit/>
                    </a:bodyPr>
                    <a:p>
                      <a:pPr>
                        <a:lnSpc>
                          <a:spcPct val="100000"/>
                        </a:lnSpc>
                      </a:pPr>
                      <a:r>
                        <a:rPr b="1" lang="en-US" sz="1800" strike="noStrike" u="none">
                          <a:solidFill>
                            <a:srgbClr val="3b3838"/>
                          </a:solidFill>
                          <a:effectLst/>
                          <a:uFillTx/>
                          <a:latin typeface="Calibri"/>
                        </a:rPr>
                        <a:t>B</a:t>
                      </a:r>
                      <a:r>
                        <a:rPr b="1" lang="en-CH" sz="1800" strike="noStrike" u="none">
                          <a:solidFill>
                            <a:srgbClr val="3b3838"/>
                          </a:solidFill>
                          <a:effectLst/>
                          <a:uFillTx/>
                          <a:latin typeface="Calibri"/>
                        </a:rPr>
                        <a:t>ig-O class</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2f2f2"/>
                    </a:solidFill>
                  </a:tcPr>
                </a:tc>
                <a:tc>
                  <a:txBody>
                    <a:bodyPr anchor="t">
                      <a:noAutofit/>
                    </a:bodyPr>
                    <a:p>
                      <a:pPr>
                        <a:lnSpc>
                          <a:spcPct val="100000"/>
                        </a:lnSpc>
                      </a:pPr>
                      <a:r>
                        <a:rPr b="1" lang="en-US" sz="1800" strike="noStrike" u="none">
                          <a:solidFill>
                            <a:srgbClr val="3b3838"/>
                          </a:solidFill>
                          <a:effectLst/>
                          <a:uFillTx/>
                          <a:latin typeface="Calibri"/>
                        </a:rPr>
                        <a:t>What we call it</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2f2f2"/>
                    </a:solidFill>
                  </a:tcPr>
                </a:tc>
                <a:tc>
                  <a:txBody>
                    <a:bodyPr anchor="t">
                      <a:noAutofit/>
                    </a:bodyPr>
                    <a:p>
                      <a:pPr>
                        <a:lnSpc>
                          <a:spcPct val="100000"/>
                        </a:lnSpc>
                      </a:pPr>
                      <a:r>
                        <a:rPr b="1" lang="en-US" sz="1800" strike="noStrike" u="none">
                          <a:solidFill>
                            <a:srgbClr val="3b3838"/>
                          </a:solidFill>
                          <a:effectLst/>
                          <a:uFillTx/>
                          <a:latin typeface="Calibri"/>
                        </a:rPr>
                        <a:t>T</a:t>
                      </a:r>
                      <a:r>
                        <a:rPr b="1" lang="en-CH" sz="1800" strike="noStrike" u="none">
                          <a:solidFill>
                            <a:srgbClr val="3b3838"/>
                          </a:solidFill>
                          <a:effectLst/>
                          <a:uFillTx/>
                          <a:latin typeface="Calibri"/>
                        </a:rPr>
                        <a:t>ime increase</a:t>
                      </a:r>
                      <a:r>
                        <a:rPr b="1" lang="en-US" sz="1800" strike="noStrike" u="none">
                          <a:solidFill>
                            <a:srgbClr val="3b3838"/>
                          </a:solidFill>
                          <a:effectLst/>
                          <a:uFillTx/>
                          <a:latin typeface="Calibri"/>
                        </a:rPr>
                        <a:t>,</a:t>
                      </a:r>
                      <a:r>
                        <a:rPr b="1" lang="en-CH" sz="1800" strike="noStrike" u="none">
                          <a:solidFill>
                            <a:srgbClr val="3b3838"/>
                          </a:solidFill>
                          <a:effectLst/>
                          <a:uFillTx/>
                          <a:latin typeface="Calibri"/>
                        </a:rPr>
                        <a:t> </a:t>
                      </a:r>
                      <a:r>
                        <a:rPr b="1" lang="en-US" sz="1800" strike="noStrike" u="none">
                          <a:solidFill>
                            <a:srgbClr val="3b3838"/>
                          </a:solidFill>
                          <a:effectLst/>
                          <a:uFillTx/>
                          <a:latin typeface="Calibri"/>
                        </a:rPr>
                        <a:t>when</a:t>
                      </a:r>
                      <a:r>
                        <a:rPr b="1" lang="en-CH" sz="1800" strike="noStrike" u="none">
                          <a:solidFill>
                            <a:srgbClr val="3b3838"/>
                          </a:solidFill>
                          <a:effectLst/>
                          <a:uFillTx/>
                          <a:latin typeface="Calibri"/>
                        </a:rPr>
                        <a:t> data increases 10x</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2f2f2"/>
                    </a:solidFill>
                  </a:tcPr>
                </a:tc>
              </a:tr>
              <a:tr h="370800">
                <a:tc>
                  <a:txBody>
                    <a:bodyPr anchor="t">
                      <a:noAutofit/>
                    </a:bodyPr>
                    <a:p>
                      <a:pPr>
                        <a:lnSpc>
                          <a:spcPct val="100000"/>
                        </a:lnSpc>
                      </a:pPr>
                      <a:r>
                        <a:rPr b="1" lang="en-CH" sz="1800" strike="noStrike" u="none">
                          <a:solidFill>
                            <a:srgbClr val="1f45ff"/>
                          </a:solidFill>
                          <a:effectLst/>
                          <a:uFillTx/>
                          <a:latin typeface="Calibri"/>
                        </a:rPr>
                        <a:t>O(1)</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constant</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1x time</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370800">
                <a:tc>
                  <a:txBody>
                    <a:bodyPr anchor="t">
                      <a:noAutofit/>
                    </a:bodyPr>
                    <a:p>
                      <a:pPr>
                        <a:lnSpc>
                          <a:spcPct val="100000"/>
                        </a:lnSpc>
                      </a:pPr>
                      <a:r>
                        <a:rPr b="1" lang="en-CH" sz="1800" strike="noStrike" u="none">
                          <a:solidFill>
                            <a:srgbClr val="56d72c"/>
                          </a:solidFill>
                          <a:effectLst/>
                          <a:uFillTx/>
                          <a:latin typeface="Calibri"/>
                        </a:rPr>
                        <a:t>O(n)</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linear</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10x time</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370800">
                <a:tc>
                  <a:txBody>
                    <a:bodyPr anchor="t">
                      <a:noAutofit/>
                    </a:bodyPr>
                    <a:p>
                      <a:pPr>
                        <a:lnSpc>
                          <a:spcPct val="100000"/>
                        </a:lnSpc>
                      </a:pPr>
                      <a:r>
                        <a:rPr b="1" lang="en-CH" sz="1800" strike="noStrike" u="none">
                          <a:solidFill>
                            <a:srgbClr val="ff8b00"/>
                          </a:solidFill>
                          <a:effectLst/>
                          <a:uFillTx/>
                          <a:latin typeface="Calibri"/>
                        </a:rPr>
                        <a:t>O(n</a:t>
                      </a:r>
                      <a:r>
                        <a:rPr b="1" lang="en-CH" sz="1800" strike="noStrike" u="none" baseline="30000">
                          <a:solidFill>
                            <a:srgbClr val="ff8b00"/>
                          </a:solidFill>
                          <a:effectLst/>
                          <a:uFillTx/>
                          <a:latin typeface="Calibri"/>
                        </a:rPr>
                        <a:t>2</a:t>
                      </a:r>
                      <a:r>
                        <a:rPr b="1" lang="en-CH" sz="1800" strike="noStrike" u="none">
                          <a:solidFill>
                            <a:srgbClr val="ff8b00"/>
                          </a:solidFill>
                          <a:effectLst/>
                          <a:uFillTx/>
                          <a:latin typeface="Calibri"/>
                        </a:rPr>
                        <a:t>)</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quadratic</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100x time</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370800">
                <a:tc>
                  <a:txBody>
                    <a:bodyPr anchor="t">
                      <a:noAutofit/>
                    </a:bodyPr>
                    <a:p>
                      <a:pPr>
                        <a:lnSpc>
                          <a:spcPct val="100000"/>
                        </a:lnSpc>
                      </a:pPr>
                      <a:r>
                        <a:rPr b="1" lang="en-CH" sz="1800" strike="noStrike" u="none">
                          <a:solidFill>
                            <a:srgbClr val="ff8cd8"/>
                          </a:solidFill>
                          <a:effectLst/>
                          <a:uFillTx/>
                          <a:latin typeface="Calibri"/>
                        </a:rPr>
                        <a:t>O(n × log n)</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linearithmic</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~10-20x time</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370800">
                <a:tc>
                  <a:txBody>
                    <a:bodyPr anchor="t">
                      <a:noAutofit/>
                    </a:bodyPr>
                    <a:p>
                      <a:pPr>
                        <a:lnSpc>
                          <a:spcPct val="100000"/>
                        </a:lnSpc>
                      </a:pPr>
                      <a:r>
                        <a:rPr b="1" lang="en-CH" sz="1800" strike="noStrike" u="none">
                          <a:solidFill>
                            <a:srgbClr val="0092ff"/>
                          </a:solidFill>
                          <a:effectLst/>
                          <a:uFillTx/>
                          <a:latin typeface="Calibri"/>
                        </a:rPr>
                        <a:t>O(log n)</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logarithmic</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~1-2x time</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bl>
          </a:graphicData>
        </a:graphic>
      </p:graphicFrame>
      <p:grpSp>
        <p:nvGrpSpPr>
          <p:cNvPr id="350" name="Group 16"/>
          <p:cNvGrpSpPr/>
          <p:nvPr/>
        </p:nvGrpSpPr>
        <p:grpSpPr>
          <a:xfrm>
            <a:off x="7032240" y="1216800"/>
            <a:ext cx="4967280" cy="4417920"/>
            <a:chOff x="7032240" y="1216800"/>
            <a:chExt cx="4967280" cy="4417920"/>
          </a:xfrm>
        </p:grpSpPr>
        <p:pic>
          <p:nvPicPr>
            <p:cNvPr id="351" name="Picture 4" descr="Big O notation- What is it good for? – The Craft of Coding"/>
            <p:cNvPicPr/>
            <p:nvPr/>
          </p:nvPicPr>
          <p:blipFill>
            <a:blip r:embed="rId1"/>
            <a:stretch/>
          </p:blipFill>
          <p:spPr>
            <a:xfrm>
              <a:off x="7176240" y="1216800"/>
              <a:ext cx="4463280" cy="4251600"/>
            </a:xfrm>
            <a:prstGeom prst="rect">
              <a:avLst/>
            </a:prstGeom>
            <a:noFill/>
            <a:ln w="0">
              <a:noFill/>
            </a:ln>
          </p:spPr>
        </p:pic>
        <p:sp>
          <p:nvSpPr>
            <p:cNvPr id="352" name="TextBox 2"/>
            <p:cNvSpPr/>
            <p:nvPr/>
          </p:nvSpPr>
          <p:spPr>
            <a:xfrm rot="16200000">
              <a:off x="6093000" y="3116160"/>
              <a:ext cx="2333880" cy="455400"/>
            </a:xfrm>
            <a:prstGeom prst="rect">
              <a:avLst/>
            </a:prstGeom>
            <a:solidFill>
              <a:schemeClr val="bg1"/>
            </a:solidFill>
            <a:ln w="0">
              <a:noFill/>
            </a:ln>
          </p:spPr>
          <p:style>
            <a:lnRef idx="0"/>
            <a:fillRef idx="0"/>
            <a:effectRef idx="0"/>
            <a:fontRef idx="minor"/>
          </p:style>
          <p:txBody>
            <a:bodyPr lIns="90000" rIns="90000" tIns="45000" bIns="45000" anchor="t">
              <a:spAutoFit/>
            </a:bodyPr>
            <a:p>
              <a:pPr algn="ctr">
                <a:lnSpc>
                  <a:spcPct val="100000"/>
                </a:lnSpc>
              </a:pPr>
              <a:r>
                <a:rPr b="0" lang="en-CH" sz="2400" strike="noStrike" u="none">
                  <a:solidFill>
                    <a:srgbClr val="000000"/>
                  </a:solidFill>
                  <a:effectLst/>
                  <a:uFillTx/>
                  <a:latin typeface="Calibri"/>
                  <a:ea typeface="DejaVu Sans"/>
                </a:rPr>
                <a:t>Time</a:t>
              </a:r>
              <a:endParaRPr b="0" lang="en-US" sz="2400" strike="noStrike" u="none">
                <a:solidFill>
                  <a:srgbClr val="000000"/>
                </a:solidFill>
                <a:effectLst/>
                <a:uFillTx/>
                <a:latin typeface="Arial"/>
              </a:endParaRPr>
            </a:p>
          </p:txBody>
        </p:sp>
        <p:sp>
          <p:nvSpPr>
            <p:cNvPr id="353" name="TextBox 6"/>
            <p:cNvSpPr/>
            <p:nvPr/>
          </p:nvSpPr>
          <p:spPr>
            <a:xfrm>
              <a:off x="8240760" y="5179320"/>
              <a:ext cx="2333880" cy="455400"/>
            </a:xfrm>
            <a:prstGeom prst="rect">
              <a:avLst/>
            </a:prstGeom>
            <a:solidFill>
              <a:schemeClr val="bg1"/>
            </a:solidFill>
            <a:ln w="0">
              <a:noFill/>
            </a:ln>
          </p:spPr>
          <p:style>
            <a:lnRef idx="0"/>
            <a:fillRef idx="0"/>
            <a:effectRef idx="0"/>
            <a:fontRef idx="minor"/>
          </p:style>
          <p:txBody>
            <a:bodyPr lIns="90000" rIns="90000" tIns="45000" bIns="45000" anchor="t">
              <a:spAutoFit/>
            </a:bodyPr>
            <a:p>
              <a:pPr algn="ctr">
                <a:lnSpc>
                  <a:spcPct val="100000"/>
                </a:lnSpc>
              </a:pPr>
              <a:r>
                <a:rPr b="0" lang="en-CH" sz="2400" strike="noStrike" u="none">
                  <a:solidFill>
                    <a:srgbClr val="000000"/>
                  </a:solidFill>
                  <a:effectLst/>
                  <a:uFillTx/>
                  <a:latin typeface="Calibri"/>
                  <a:ea typeface="DejaVu Sans"/>
                </a:rPr>
                <a:t>Input size, n</a:t>
              </a:r>
              <a:endParaRPr b="0" lang="en-US" sz="2400" strike="noStrike" u="none">
                <a:solidFill>
                  <a:srgbClr val="000000"/>
                </a:solidFill>
                <a:effectLst/>
                <a:uFillTx/>
                <a:latin typeface="Arial"/>
              </a:endParaRPr>
            </a:p>
          </p:txBody>
        </p:sp>
        <p:sp>
          <p:nvSpPr>
            <p:cNvPr id="354" name="TextBox 8"/>
            <p:cNvSpPr/>
            <p:nvPr/>
          </p:nvSpPr>
          <p:spPr>
            <a:xfrm>
              <a:off x="10920600" y="2917800"/>
              <a:ext cx="79812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56d72c"/>
                  </a:solidFill>
                  <a:effectLst/>
                  <a:uFillTx/>
                  <a:latin typeface="Calibri"/>
                  <a:ea typeface="DejaVu Sans"/>
                </a:rPr>
                <a:t>O(n)</a:t>
              </a:r>
              <a:endParaRPr b="0" lang="en-US" sz="2000" strike="noStrike" u="none">
                <a:solidFill>
                  <a:srgbClr val="000000"/>
                </a:solidFill>
                <a:effectLst/>
                <a:uFillTx/>
                <a:latin typeface="Arial"/>
              </a:endParaRPr>
            </a:p>
          </p:txBody>
        </p:sp>
        <p:sp>
          <p:nvSpPr>
            <p:cNvPr id="355" name="TextBox 9"/>
            <p:cNvSpPr/>
            <p:nvPr/>
          </p:nvSpPr>
          <p:spPr>
            <a:xfrm>
              <a:off x="10920600" y="3993840"/>
              <a:ext cx="107892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0295ff"/>
                  </a:solidFill>
                  <a:effectLst/>
                  <a:uFillTx/>
                  <a:latin typeface="Calibri"/>
                  <a:ea typeface="DejaVu Sans"/>
                </a:rPr>
                <a:t>O(log n)</a:t>
              </a:r>
              <a:endParaRPr b="0" lang="en-US" sz="2000" strike="noStrike" u="none">
                <a:solidFill>
                  <a:srgbClr val="000000"/>
                </a:solidFill>
                <a:effectLst/>
                <a:uFillTx/>
                <a:latin typeface="Arial"/>
              </a:endParaRPr>
            </a:p>
          </p:txBody>
        </p:sp>
        <p:sp>
          <p:nvSpPr>
            <p:cNvPr id="356" name="TextBox 11"/>
            <p:cNvSpPr/>
            <p:nvPr/>
          </p:nvSpPr>
          <p:spPr>
            <a:xfrm>
              <a:off x="10920600" y="4491360"/>
              <a:ext cx="107892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0020ff"/>
                  </a:solidFill>
                  <a:effectLst/>
                  <a:uFillTx/>
                  <a:latin typeface="Calibri"/>
                  <a:ea typeface="DejaVu Sans"/>
                </a:rPr>
                <a:t>O(1)</a:t>
              </a:r>
              <a:endParaRPr b="0" lang="en-US" sz="2000" strike="noStrike" u="none">
                <a:solidFill>
                  <a:srgbClr val="000000"/>
                </a:solidFill>
                <a:effectLst/>
                <a:uFillTx/>
                <a:latin typeface="Arial"/>
              </a:endParaRPr>
            </a:p>
          </p:txBody>
        </p:sp>
        <p:sp>
          <p:nvSpPr>
            <p:cNvPr id="357" name="TextBox 12"/>
            <p:cNvSpPr/>
            <p:nvPr/>
          </p:nvSpPr>
          <p:spPr>
            <a:xfrm>
              <a:off x="10380600" y="1425240"/>
              <a:ext cx="125892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ff8cd8"/>
                  </a:solidFill>
                  <a:effectLst/>
                  <a:uFillTx/>
                  <a:latin typeface="Calibri"/>
                  <a:ea typeface="DejaVu Sans"/>
                </a:rPr>
                <a:t>O(n log n)</a:t>
              </a:r>
              <a:endParaRPr b="0" lang="en-US" sz="2000" strike="noStrike" u="none">
                <a:solidFill>
                  <a:srgbClr val="000000"/>
                </a:solidFill>
                <a:effectLst/>
                <a:uFillTx/>
                <a:latin typeface="Arial"/>
              </a:endParaRPr>
            </a:p>
          </p:txBody>
        </p:sp>
        <p:sp>
          <p:nvSpPr>
            <p:cNvPr id="358" name="TextBox 14"/>
            <p:cNvSpPr/>
            <p:nvPr/>
          </p:nvSpPr>
          <p:spPr>
            <a:xfrm>
              <a:off x="9412200" y="1357920"/>
              <a:ext cx="78696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ff8b00"/>
                  </a:solidFill>
                  <a:effectLst/>
                  <a:uFillTx/>
                  <a:latin typeface="Calibri"/>
                  <a:ea typeface="DejaVu Sans"/>
                </a:rPr>
                <a:t>O(n</a:t>
              </a:r>
              <a:r>
                <a:rPr b="0" lang="en-CH" sz="2000" strike="noStrike" u="none" baseline="30000">
                  <a:solidFill>
                    <a:srgbClr val="ff8b00"/>
                  </a:solidFill>
                  <a:effectLst/>
                  <a:uFillTx/>
                  <a:latin typeface="Calibri"/>
                  <a:ea typeface="DejaVu Sans"/>
                </a:rPr>
                <a:t>2</a:t>
              </a:r>
              <a:r>
                <a:rPr b="0" lang="en-CH" sz="2000" strike="noStrike" u="none">
                  <a:solidFill>
                    <a:srgbClr val="ff8b00"/>
                  </a:solidFill>
                  <a:effectLst/>
                  <a:uFillTx/>
                  <a:latin typeface="Calibri"/>
                  <a:ea typeface="DejaVu Sans"/>
                </a:rPr>
                <a:t>)</a:t>
              </a:r>
              <a:endParaRPr b="0" lang="en-US" sz="2000" strike="noStrike" u="none">
                <a:solidFill>
                  <a:srgbClr val="000000"/>
                </a:solidFill>
                <a:effectLst/>
                <a:uFillTx/>
                <a:latin typeface="Arial"/>
              </a:endParaRPr>
            </a:p>
          </p:txBody>
        </p:sp>
        <p:sp>
          <p:nvSpPr>
            <p:cNvPr id="359" name="TextBox 15"/>
            <p:cNvSpPr/>
            <p:nvPr/>
          </p:nvSpPr>
          <p:spPr>
            <a:xfrm>
              <a:off x="8294760" y="1357920"/>
              <a:ext cx="78696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ff0000"/>
                  </a:solidFill>
                  <a:effectLst/>
                  <a:uFillTx/>
                  <a:latin typeface="Calibri"/>
                  <a:ea typeface="DejaVu Sans"/>
                </a:rPr>
                <a:t>O(2</a:t>
              </a:r>
              <a:r>
                <a:rPr b="0" lang="en-CH" sz="2000" strike="noStrike" u="none" baseline="30000">
                  <a:solidFill>
                    <a:srgbClr val="ff0000"/>
                  </a:solidFill>
                  <a:effectLst/>
                  <a:uFillTx/>
                  <a:latin typeface="Calibri"/>
                  <a:ea typeface="DejaVu Sans"/>
                </a:rPr>
                <a:t>n</a:t>
              </a:r>
              <a:r>
                <a:rPr b="0" lang="en-CH" sz="2000" strike="noStrike" u="none">
                  <a:solidFill>
                    <a:srgbClr val="ff0000"/>
                  </a:solidFill>
                  <a:effectLst/>
                  <a:uFillTx/>
                  <a:latin typeface="Calibri"/>
                  <a:ea typeface="DejaVu Sans"/>
                </a:rPr>
                <a:t>)</a:t>
              </a:r>
              <a:endParaRPr b="0" lang="en-US" sz="2000" strike="noStrike" u="none">
                <a:solidFill>
                  <a:srgbClr val="000000"/>
                </a:solidFill>
                <a:effectLst/>
                <a:uFillTx/>
                <a:latin typeface="Arial"/>
              </a:endParaRPr>
            </a:p>
          </p:txBody>
        </p:sp>
      </p:grpSp>
      <p:sp>
        <p:nvSpPr>
          <p:cNvPr id="4" name="PlaceHolder 3"/>
          <p:cNvSpPr>
            <a:spLocks noGrp="1"/>
          </p:cNvSpPr>
          <p:nvPr>
            <p:ph type="ftr" idx="37"/>
          </p:nvPr>
        </p:nvSpPr>
        <p:spPr/>
        <p:txBody>
          <a:bodyPr/>
          <a:p>
            <a:r>
              <a:t>Data, v1.0</a:t>
            </a:r>
          </a:p>
        </p:txBody>
      </p:sp>
      <p:sp>
        <p:nvSpPr>
          <p:cNvPr id="5" name="PlaceHolder 4"/>
          <p:cNvSpPr>
            <a:spLocks noGrp="1"/>
          </p:cNvSpPr>
          <p:nvPr>
            <p:ph type="sldNum" idx="38"/>
          </p:nvPr>
        </p:nvSpPr>
        <p:spPr/>
        <p:txBody>
          <a:bodyPr/>
          <a:p>
            <a:fld id="{854193C0-C3F0-4E49-B7F4-8235B6A89F14}" type="slidenum">
              <a:t>14</a:t>
            </a:fld>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407520" y="229320"/>
            <a:ext cx="11376360" cy="902520"/>
          </a:xfrm>
          <a:prstGeom prst="rect">
            <a:avLst/>
          </a:prstGeom>
          <a:noFill/>
          <a:ln w="0">
            <a:noFill/>
          </a:ln>
        </p:spPr>
        <p:txBody>
          <a:bodyPr lIns="90000" rIns="90000" tIns="45000" bIns="45000" anchor="ctr">
            <a:noAutofit/>
          </a:bodyPr>
          <a:p>
            <a:pPr indent="0">
              <a:lnSpc>
                <a:spcPct val="90000"/>
              </a:lnSpc>
              <a:buNone/>
              <a:tabLst>
                <a:tab algn="l" pos="0"/>
              </a:tabLst>
            </a:pPr>
            <a:r>
              <a:rPr b="0" lang="en-CH" sz="4400" strike="noStrike" u="none">
                <a:solidFill>
                  <a:srgbClr val="000000"/>
                </a:solidFill>
                <a:effectLst/>
                <a:uFillTx/>
                <a:latin typeface="Calibri Light"/>
              </a:rPr>
              <a:t>Hands-on: Operations on lists</a:t>
            </a:r>
            <a:endParaRPr b="0" lang="en-US" sz="4400" strike="noStrike" u="none">
              <a:solidFill>
                <a:srgbClr val="000000"/>
              </a:solidFill>
              <a:effectLst/>
              <a:uFillTx/>
              <a:latin typeface="Arial"/>
            </a:endParaRPr>
          </a:p>
        </p:txBody>
      </p:sp>
      <p:sp>
        <p:nvSpPr>
          <p:cNvPr id="361" name="PlaceHolder 2"/>
          <p:cNvSpPr>
            <a:spLocks noGrp="1"/>
          </p:cNvSpPr>
          <p:nvPr>
            <p:ph type="dt" idx="125"/>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graphicFrame>
        <p:nvGraphicFramePr>
          <p:cNvPr id="362" name="Table 7"/>
          <p:cNvGraphicFramePr/>
          <p:nvPr/>
        </p:nvGraphicFramePr>
        <p:xfrm>
          <a:off x="751320" y="1258920"/>
          <a:ext cx="5631480" cy="2405880"/>
        </p:xfrm>
        <a:graphic>
          <a:graphicData uri="http://schemas.openxmlformats.org/drawingml/2006/table">
            <a:tbl>
              <a:tblPr/>
              <a:tblGrid>
                <a:gridCol w="1401480"/>
                <a:gridCol w="1638360"/>
                <a:gridCol w="2592000"/>
              </a:tblGrid>
              <a:tr h="419400">
                <a:tc>
                  <a:txBody>
                    <a:bodyPr anchor="t">
                      <a:noAutofit/>
                    </a:bodyPr>
                    <a:p>
                      <a:pPr>
                        <a:lnSpc>
                          <a:spcPct val="100000"/>
                        </a:lnSpc>
                      </a:pPr>
                      <a:r>
                        <a:rPr b="1" lang="en-US" sz="1800" strike="noStrike" u="none">
                          <a:solidFill>
                            <a:srgbClr val="3b3838"/>
                          </a:solidFill>
                          <a:effectLst/>
                          <a:uFillTx/>
                          <a:latin typeface="Calibri"/>
                        </a:rPr>
                        <a:t>B</a:t>
                      </a:r>
                      <a:r>
                        <a:rPr b="1" lang="en-CH" sz="1800" strike="noStrike" u="none">
                          <a:solidFill>
                            <a:srgbClr val="3b3838"/>
                          </a:solidFill>
                          <a:effectLst/>
                          <a:uFillTx/>
                          <a:latin typeface="Calibri"/>
                        </a:rPr>
                        <a:t>ig-O class</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2f2f2"/>
                    </a:solidFill>
                  </a:tcPr>
                </a:tc>
                <a:tc>
                  <a:txBody>
                    <a:bodyPr anchor="t">
                      <a:noAutofit/>
                    </a:bodyPr>
                    <a:p>
                      <a:pPr>
                        <a:lnSpc>
                          <a:spcPct val="100000"/>
                        </a:lnSpc>
                      </a:pPr>
                      <a:r>
                        <a:rPr b="1" lang="en-US" sz="1800" strike="noStrike" u="none">
                          <a:solidFill>
                            <a:srgbClr val="3b3838"/>
                          </a:solidFill>
                          <a:effectLst/>
                          <a:uFillTx/>
                          <a:latin typeface="Calibri"/>
                        </a:rPr>
                        <a:t>What we call it</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2f2f2"/>
                    </a:solidFill>
                  </a:tcPr>
                </a:tc>
                <a:tc>
                  <a:txBody>
                    <a:bodyPr anchor="t">
                      <a:noAutofit/>
                    </a:bodyPr>
                    <a:p>
                      <a:pPr>
                        <a:lnSpc>
                          <a:spcPct val="100000"/>
                        </a:lnSpc>
                      </a:pPr>
                      <a:r>
                        <a:rPr b="1" lang="en-US" sz="1800" strike="noStrike" u="none">
                          <a:solidFill>
                            <a:srgbClr val="3b3838"/>
                          </a:solidFill>
                          <a:effectLst/>
                          <a:uFillTx/>
                          <a:latin typeface="Calibri"/>
                        </a:rPr>
                        <a:t>T</a:t>
                      </a:r>
                      <a:r>
                        <a:rPr b="1" lang="en-CH" sz="1800" strike="noStrike" u="none">
                          <a:solidFill>
                            <a:srgbClr val="3b3838"/>
                          </a:solidFill>
                          <a:effectLst/>
                          <a:uFillTx/>
                          <a:latin typeface="Calibri"/>
                        </a:rPr>
                        <a:t>ime increase</a:t>
                      </a:r>
                      <a:r>
                        <a:rPr b="1" lang="en-US" sz="1800" strike="noStrike" u="none">
                          <a:solidFill>
                            <a:srgbClr val="3b3838"/>
                          </a:solidFill>
                          <a:effectLst/>
                          <a:uFillTx/>
                          <a:latin typeface="Calibri"/>
                        </a:rPr>
                        <a:t>,</a:t>
                      </a:r>
                      <a:r>
                        <a:rPr b="1" lang="en-CH" sz="1800" strike="noStrike" u="none">
                          <a:solidFill>
                            <a:srgbClr val="3b3838"/>
                          </a:solidFill>
                          <a:effectLst/>
                          <a:uFillTx/>
                          <a:latin typeface="Calibri"/>
                        </a:rPr>
                        <a:t> </a:t>
                      </a:r>
                      <a:r>
                        <a:rPr b="1" lang="en-US" sz="1800" strike="noStrike" u="none">
                          <a:solidFill>
                            <a:srgbClr val="3b3838"/>
                          </a:solidFill>
                          <a:effectLst/>
                          <a:uFillTx/>
                          <a:latin typeface="Calibri"/>
                        </a:rPr>
                        <a:t>when</a:t>
                      </a:r>
                      <a:r>
                        <a:rPr b="1" lang="en-CH" sz="1800" strike="noStrike" u="none">
                          <a:solidFill>
                            <a:srgbClr val="3b3838"/>
                          </a:solidFill>
                          <a:effectLst/>
                          <a:uFillTx/>
                          <a:latin typeface="Calibri"/>
                        </a:rPr>
                        <a:t> data increases 10x</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2f2f2"/>
                    </a:solidFill>
                  </a:tcPr>
                </a:tc>
              </a:tr>
              <a:tr h="370800">
                <a:tc>
                  <a:txBody>
                    <a:bodyPr anchor="t">
                      <a:noAutofit/>
                    </a:bodyPr>
                    <a:p>
                      <a:pPr>
                        <a:lnSpc>
                          <a:spcPct val="100000"/>
                        </a:lnSpc>
                      </a:pPr>
                      <a:r>
                        <a:rPr b="1" lang="en-CH" sz="1800" strike="noStrike" u="none">
                          <a:solidFill>
                            <a:srgbClr val="1f45ff"/>
                          </a:solidFill>
                          <a:effectLst/>
                          <a:uFillTx/>
                          <a:latin typeface="Calibri"/>
                        </a:rPr>
                        <a:t>O(1)</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constant</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1x time</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370800">
                <a:tc>
                  <a:txBody>
                    <a:bodyPr anchor="t">
                      <a:noAutofit/>
                    </a:bodyPr>
                    <a:p>
                      <a:pPr>
                        <a:lnSpc>
                          <a:spcPct val="100000"/>
                        </a:lnSpc>
                      </a:pPr>
                      <a:r>
                        <a:rPr b="1" lang="en-CH" sz="1800" strike="noStrike" u="none">
                          <a:solidFill>
                            <a:srgbClr val="56d72c"/>
                          </a:solidFill>
                          <a:effectLst/>
                          <a:uFillTx/>
                          <a:latin typeface="Calibri"/>
                        </a:rPr>
                        <a:t>O(n)</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linear</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10x time</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370800">
                <a:tc>
                  <a:txBody>
                    <a:bodyPr anchor="t">
                      <a:noAutofit/>
                    </a:bodyPr>
                    <a:p>
                      <a:pPr>
                        <a:lnSpc>
                          <a:spcPct val="100000"/>
                        </a:lnSpc>
                      </a:pPr>
                      <a:r>
                        <a:rPr b="1" lang="en-CH" sz="1800" strike="noStrike" u="none">
                          <a:solidFill>
                            <a:srgbClr val="ff8b00"/>
                          </a:solidFill>
                          <a:effectLst/>
                          <a:uFillTx/>
                          <a:latin typeface="Calibri"/>
                        </a:rPr>
                        <a:t>O(n</a:t>
                      </a:r>
                      <a:r>
                        <a:rPr b="1" lang="en-CH" sz="1800" strike="noStrike" u="none" baseline="30000">
                          <a:solidFill>
                            <a:srgbClr val="ff8b00"/>
                          </a:solidFill>
                          <a:effectLst/>
                          <a:uFillTx/>
                          <a:latin typeface="Calibri"/>
                        </a:rPr>
                        <a:t>2</a:t>
                      </a:r>
                      <a:r>
                        <a:rPr b="1" lang="en-CH" sz="1800" strike="noStrike" u="none">
                          <a:solidFill>
                            <a:srgbClr val="ff8b00"/>
                          </a:solidFill>
                          <a:effectLst/>
                          <a:uFillTx/>
                          <a:latin typeface="Calibri"/>
                        </a:rPr>
                        <a:t>)</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quadratic</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100x time</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370800">
                <a:tc>
                  <a:txBody>
                    <a:bodyPr anchor="t">
                      <a:noAutofit/>
                    </a:bodyPr>
                    <a:p>
                      <a:pPr>
                        <a:lnSpc>
                          <a:spcPct val="100000"/>
                        </a:lnSpc>
                      </a:pPr>
                      <a:r>
                        <a:rPr b="1" lang="en-CH" sz="1800" strike="noStrike" u="none">
                          <a:solidFill>
                            <a:srgbClr val="ff8cd8"/>
                          </a:solidFill>
                          <a:effectLst/>
                          <a:uFillTx/>
                          <a:latin typeface="Calibri"/>
                        </a:rPr>
                        <a:t>O(n × log n)</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linearithmic</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~10-20x time</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370800">
                <a:tc>
                  <a:txBody>
                    <a:bodyPr anchor="t">
                      <a:noAutofit/>
                    </a:bodyPr>
                    <a:p>
                      <a:pPr>
                        <a:lnSpc>
                          <a:spcPct val="100000"/>
                        </a:lnSpc>
                      </a:pPr>
                      <a:r>
                        <a:rPr b="1" lang="en-CH" sz="1800" strike="noStrike" u="none">
                          <a:solidFill>
                            <a:srgbClr val="0092ff"/>
                          </a:solidFill>
                          <a:effectLst/>
                          <a:uFillTx/>
                          <a:latin typeface="Calibri"/>
                        </a:rPr>
                        <a:t>O(log n)</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logarithmic</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~1-2x time</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bl>
          </a:graphicData>
        </a:graphic>
      </p:graphicFrame>
      <p:grpSp>
        <p:nvGrpSpPr>
          <p:cNvPr id="363" name="Group 16"/>
          <p:cNvGrpSpPr/>
          <p:nvPr/>
        </p:nvGrpSpPr>
        <p:grpSpPr>
          <a:xfrm>
            <a:off x="7032240" y="1216800"/>
            <a:ext cx="4967280" cy="4417920"/>
            <a:chOff x="7032240" y="1216800"/>
            <a:chExt cx="4967280" cy="4417920"/>
          </a:xfrm>
        </p:grpSpPr>
        <p:pic>
          <p:nvPicPr>
            <p:cNvPr id="364" name="Picture 4" descr="Big O notation- What is it good for? – The Craft of Coding"/>
            <p:cNvPicPr/>
            <p:nvPr/>
          </p:nvPicPr>
          <p:blipFill>
            <a:blip r:embed="rId1"/>
            <a:stretch/>
          </p:blipFill>
          <p:spPr>
            <a:xfrm>
              <a:off x="7176240" y="1216800"/>
              <a:ext cx="4463280" cy="4251600"/>
            </a:xfrm>
            <a:prstGeom prst="rect">
              <a:avLst/>
            </a:prstGeom>
            <a:noFill/>
            <a:ln w="0">
              <a:noFill/>
            </a:ln>
          </p:spPr>
        </p:pic>
        <p:sp>
          <p:nvSpPr>
            <p:cNvPr id="365" name="TextBox 2"/>
            <p:cNvSpPr/>
            <p:nvPr/>
          </p:nvSpPr>
          <p:spPr>
            <a:xfrm rot="16200000">
              <a:off x="6093000" y="3116160"/>
              <a:ext cx="2333880" cy="455400"/>
            </a:xfrm>
            <a:prstGeom prst="rect">
              <a:avLst/>
            </a:prstGeom>
            <a:solidFill>
              <a:schemeClr val="bg1"/>
            </a:solidFill>
            <a:ln w="0">
              <a:noFill/>
            </a:ln>
          </p:spPr>
          <p:style>
            <a:lnRef idx="0"/>
            <a:fillRef idx="0"/>
            <a:effectRef idx="0"/>
            <a:fontRef idx="minor"/>
          </p:style>
          <p:txBody>
            <a:bodyPr lIns="90000" rIns="90000" tIns="45000" bIns="45000" anchor="t">
              <a:spAutoFit/>
            </a:bodyPr>
            <a:p>
              <a:pPr algn="ctr">
                <a:lnSpc>
                  <a:spcPct val="100000"/>
                </a:lnSpc>
              </a:pPr>
              <a:r>
                <a:rPr b="0" lang="en-CH" sz="2400" strike="noStrike" u="none">
                  <a:solidFill>
                    <a:srgbClr val="000000"/>
                  </a:solidFill>
                  <a:effectLst/>
                  <a:uFillTx/>
                  <a:latin typeface="Calibri"/>
                  <a:ea typeface="DejaVu Sans"/>
                </a:rPr>
                <a:t>Time</a:t>
              </a:r>
              <a:endParaRPr b="0" lang="en-US" sz="2400" strike="noStrike" u="none">
                <a:solidFill>
                  <a:srgbClr val="000000"/>
                </a:solidFill>
                <a:effectLst/>
                <a:uFillTx/>
                <a:latin typeface="Arial"/>
              </a:endParaRPr>
            </a:p>
          </p:txBody>
        </p:sp>
        <p:sp>
          <p:nvSpPr>
            <p:cNvPr id="366" name="TextBox 6"/>
            <p:cNvSpPr/>
            <p:nvPr/>
          </p:nvSpPr>
          <p:spPr>
            <a:xfrm>
              <a:off x="8240760" y="5179320"/>
              <a:ext cx="2333880" cy="455400"/>
            </a:xfrm>
            <a:prstGeom prst="rect">
              <a:avLst/>
            </a:prstGeom>
            <a:solidFill>
              <a:schemeClr val="bg1"/>
            </a:solidFill>
            <a:ln w="0">
              <a:noFill/>
            </a:ln>
          </p:spPr>
          <p:style>
            <a:lnRef idx="0"/>
            <a:fillRef idx="0"/>
            <a:effectRef idx="0"/>
            <a:fontRef idx="minor"/>
          </p:style>
          <p:txBody>
            <a:bodyPr lIns="90000" rIns="90000" tIns="45000" bIns="45000" anchor="t">
              <a:spAutoFit/>
            </a:bodyPr>
            <a:p>
              <a:pPr algn="ctr">
                <a:lnSpc>
                  <a:spcPct val="100000"/>
                </a:lnSpc>
              </a:pPr>
              <a:r>
                <a:rPr b="0" lang="en-CH" sz="2400" strike="noStrike" u="none">
                  <a:solidFill>
                    <a:srgbClr val="000000"/>
                  </a:solidFill>
                  <a:effectLst/>
                  <a:uFillTx/>
                  <a:latin typeface="Calibri"/>
                  <a:ea typeface="DejaVu Sans"/>
                </a:rPr>
                <a:t>Input size, n</a:t>
              </a:r>
              <a:endParaRPr b="0" lang="en-US" sz="2400" strike="noStrike" u="none">
                <a:solidFill>
                  <a:srgbClr val="000000"/>
                </a:solidFill>
                <a:effectLst/>
                <a:uFillTx/>
                <a:latin typeface="Arial"/>
              </a:endParaRPr>
            </a:p>
          </p:txBody>
        </p:sp>
        <p:sp>
          <p:nvSpPr>
            <p:cNvPr id="367" name="TextBox 8"/>
            <p:cNvSpPr/>
            <p:nvPr/>
          </p:nvSpPr>
          <p:spPr>
            <a:xfrm>
              <a:off x="10920600" y="2917800"/>
              <a:ext cx="79812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56d72c"/>
                  </a:solidFill>
                  <a:effectLst/>
                  <a:uFillTx/>
                  <a:latin typeface="Calibri"/>
                  <a:ea typeface="DejaVu Sans"/>
                </a:rPr>
                <a:t>O(n)</a:t>
              </a:r>
              <a:endParaRPr b="0" lang="en-US" sz="2000" strike="noStrike" u="none">
                <a:solidFill>
                  <a:srgbClr val="000000"/>
                </a:solidFill>
                <a:effectLst/>
                <a:uFillTx/>
                <a:latin typeface="Arial"/>
              </a:endParaRPr>
            </a:p>
          </p:txBody>
        </p:sp>
        <p:sp>
          <p:nvSpPr>
            <p:cNvPr id="368" name="TextBox 9"/>
            <p:cNvSpPr/>
            <p:nvPr/>
          </p:nvSpPr>
          <p:spPr>
            <a:xfrm>
              <a:off x="10920600" y="3993840"/>
              <a:ext cx="107892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0295ff"/>
                  </a:solidFill>
                  <a:effectLst/>
                  <a:uFillTx/>
                  <a:latin typeface="Calibri"/>
                  <a:ea typeface="DejaVu Sans"/>
                </a:rPr>
                <a:t>O(log n)</a:t>
              </a:r>
              <a:endParaRPr b="0" lang="en-US" sz="2000" strike="noStrike" u="none">
                <a:solidFill>
                  <a:srgbClr val="000000"/>
                </a:solidFill>
                <a:effectLst/>
                <a:uFillTx/>
                <a:latin typeface="Arial"/>
              </a:endParaRPr>
            </a:p>
          </p:txBody>
        </p:sp>
        <p:sp>
          <p:nvSpPr>
            <p:cNvPr id="369" name="TextBox 11"/>
            <p:cNvSpPr/>
            <p:nvPr/>
          </p:nvSpPr>
          <p:spPr>
            <a:xfrm>
              <a:off x="10920600" y="4491360"/>
              <a:ext cx="107892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0020ff"/>
                  </a:solidFill>
                  <a:effectLst/>
                  <a:uFillTx/>
                  <a:latin typeface="Calibri"/>
                  <a:ea typeface="DejaVu Sans"/>
                </a:rPr>
                <a:t>O(1)</a:t>
              </a:r>
              <a:endParaRPr b="0" lang="en-US" sz="2000" strike="noStrike" u="none">
                <a:solidFill>
                  <a:srgbClr val="000000"/>
                </a:solidFill>
                <a:effectLst/>
                <a:uFillTx/>
                <a:latin typeface="Arial"/>
              </a:endParaRPr>
            </a:p>
          </p:txBody>
        </p:sp>
        <p:sp>
          <p:nvSpPr>
            <p:cNvPr id="370" name="TextBox 12"/>
            <p:cNvSpPr/>
            <p:nvPr/>
          </p:nvSpPr>
          <p:spPr>
            <a:xfrm>
              <a:off x="10380600" y="1425240"/>
              <a:ext cx="125892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ff8cd8"/>
                  </a:solidFill>
                  <a:effectLst/>
                  <a:uFillTx/>
                  <a:latin typeface="Calibri"/>
                  <a:ea typeface="DejaVu Sans"/>
                </a:rPr>
                <a:t>O(n log n)</a:t>
              </a:r>
              <a:endParaRPr b="0" lang="en-US" sz="2000" strike="noStrike" u="none">
                <a:solidFill>
                  <a:srgbClr val="000000"/>
                </a:solidFill>
                <a:effectLst/>
                <a:uFillTx/>
                <a:latin typeface="Arial"/>
              </a:endParaRPr>
            </a:p>
          </p:txBody>
        </p:sp>
        <p:sp>
          <p:nvSpPr>
            <p:cNvPr id="371" name="TextBox 14"/>
            <p:cNvSpPr/>
            <p:nvPr/>
          </p:nvSpPr>
          <p:spPr>
            <a:xfrm>
              <a:off x="9412200" y="1357920"/>
              <a:ext cx="78696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ff8b00"/>
                  </a:solidFill>
                  <a:effectLst/>
                  <a:uFillTx/>
                  <a:latin typeface="Calibri"/>
                  <a:ea typeface="DejaVu Sans"/>
                </a:rPr>
                <a:t>O(n</a:t>
              </a:r>
              <a:r>
                <a:rPr b="0" lang="en-CH" sz="2000" strike="noStrike" u="none" baseline="30000">
                  <a:solidFill>
                    <a:srgbClr val="ff8b00"/>
                  </a:solidFill>
                  <a:effectLst/>
                  <a:uFillTx/>
                  <a:latin typeface="Calibri"/>
                  <a:ea typeface="DejaVu Sans"/>
                </a:rPr>
                <a:t>2</a:t>
              </a:r>
              <a:r>
                <a:rPr b="0" lang="en-CH" sz="2000" strike="noStrike" u="none">
                  <a:solidFill>
                    <a:srgbClr val="ff8b00"/>
                  </a:solidFill>
                  <a:effectLst/>
                  <a:uFillTx/>
                  <a:latin typeface="Calibri"/>
                  <a:ea typeface="DejaVu Sans"/>
                </a:rPr>
                <a:t>)</a:t>
              </a:r>
              <a:endParaRPr b="0" lang="en-US" sz="2000" strike="noStrike" u="none">
                <a:solidFill>
                  <a:srgbClr val="000000"/>
                </a:solidFill>
                <a:effectLst/>
                <a:uFillTx/>
                <a:latin typeface="Arial"/>
              </a:endParaRPr>
            </a:p>
          </p:txBody>
        </p:sp>
        <p:sp>
          <p:nvSpPr>
            <p:cNvPr id="372" name="TextBox 15"/>
            <p:cNvSpPr/>
            <p:nvPr/>
          </p:nvSpPr>
          <p:spPr>
            <a:xfrm>
              <a:off x="8294760" y="1357920"/>
              <a:ext cx="78696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ff0000"/>
                  </a:solidFill>
                  <a:effectLst/>
                  <a:uFillTx/>
                  <a:latin typeface="Calibri"/>
                  <a:ea typeface="DejaVu Sans"/>
                </a:rPr>
                <a:t>O(2</a:t>
              </a:r>
              <a:r>
                <a:rPr b="0" lang="en-CH" sz="2000" strike="noStrike" u="none" baseline="30000">
                  <a:solidFill>
                    <a:srgbClr val="ff0000"/>
                  </a:solidFill>
                  <a:effectLst/>
                  <a:uFillTx/>
                  <a:latin typeface="Calibri"/>
                  <a:ea typeface="DejaVu Sans"/>
                </a:rPr>
                <a:t>n</a:t>
              </a:r>
              <a:r>
                <a:rPr b="0" lang="en-CH" sz="2000" strike="noStrike" u="none">
                  <a:solidFill>
                    <a:srgbClr val="ff0000"/>
                  </a:solidFill>
                  <a:effectLst/>
                  <a:uFillTx/>
                  <a:latin typeface="Calibri"/>
                  <a:ea typeface="DejaVu Sans"/>
                </a:rPr>
                <a:t>)</a:t>
              </a:r>
              <a:endParaRPr b="0" lang="en-US" sz="2000" strike="noStrike" u="none">
                <a:solidFill>
                  <a:srgbClr val="000000"/>
                </a:solidFill>
                <a:effectLst/>
                <a:uFillTx/>
                <a:latin typeface="Arial"/>
              </a:endParaRPr>
            </a:p>
          </p:txBody>
        </p:sp>
      </p:grpSp>
      <p:graphicFrame>
        <p:nvGraphicFramePr>
          <p:cNvPr id="373" name="Table 13"/>
          <p:cNvGraphicFramePr/>
          <p:nvPr/>
        </p:nvGraphicFramePr>
        <p:xfrm>
          <a:off x="751320" y="3957840"/>
          <a:ext cx="5631840" cy="2261160"/>
        </p:xfrm>
        <a:graphic>
          <a:graphicData uri="http://schemas.openxmlformats.org/drawingml/2006/table">
            <a:tbl>
              <a:tblPr/>
              <a:tblGrid>
                <a:gridCol w="1408320"/>
                <a:gridCol w="4223880"/>
              </a:tblGrid>
              <a:tr h="411840">
                <a:tc>
                  <a:txBody>
                    <a:bodyPr anchor="t">
                      <a:noAutofit/>
                    </a:bodyPr>
                    <a:p>
                      <a:pPr>
                        <a:lnSpc>
                          <a:spcPct val="100000"/>
                        </a:lnSpc>
                      </a:pPr>
                      <a:r>
                        <a:rPr b="1" lang="en-US" sz="1800" strike="noStrike" u="none">
                          <a:solidFill>
                            <a:srgbClr val="3b3838"/>
                          </a:solidFill>
                          <a:effectLst/>
                          <a:uFillTx/>
                          <a:latin typeface="Calibri"/>
                        </a:rPr>
                        <a:t>B</a:t>
                      </a:r>
                      <a:r>
                        <a:rPr b="1" lang="en-CH" sz="1800" strike="noStrike" u="none">
                          <a:solidFill>
                            <a:srgbClr val="3b3838"/>
                          </a:solidFill>
                          <a:effectLst/>
                          <a:uFillTx/>
                          <a:latin typeface="Calibri"/>
                        </a:rPr>
                        <a:t>ig-O class</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2f2f2"/>
                    </a:solidFill>
                  </a:tcPr>
                </a:tc>
                <a:tc>
                  <a:txBody>
                    <a:bodyPr anchor="t">
                      <a:noAutofit/>
                    </a:bodyPr>
                    <a:p>
                      <a:pPr>
                        <a:lnSpc>
                          <a:spcPct val="100000"/>
                        </a:lnSpc>
                      </a:pPr>
                      <a:r>
                        <a:rPr b="1" lang="en-CH" sz="1800" strike="noStrike" u="none">
                          <a:solidFill>
                            <a:srgbClr val="3b3838"/>
                          </a:solidFill>
                          <a:effectLst/>
                          <a:uFillTx/>
                          <a:latin typeface="Calibri"/>
                        </a:rPr>
                        <a:t>Operation on lists that scales this way</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2f2f2"/>
                    </a:solidFill>
                  </a:tcPr>
                </a:tc>
              </a:tr>
              <a:tr h="370800">
                <a:tc>
                  <a:txBody>
                    <a:bodyPr anchor="t">
                      <a:noAutofit/>
                    </a:bodyPr>
                    <a:p>
                      <a:pPr>
                        <a:lnSpc>
                          <a:spcPct val="100000"/>
                        </a:lnSpc>
                      </a:pPr>
                      <a:r>
                        <a:rPr b="1" lang="en-CH" sz="1800" strike="noStrike" u="none">
                          <a:solidFill>
                            <a:srgbClr val="1f45ff"/>
                          </a:solidFill>
                          <a:effectLst/>
                          <a:uFillTx/>
                          <a:latin typeface="Calibri"/>
                        </a:rPr>
                        <a:t>O(1)</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ctr">
                      <a:noAutofit/>
                    </a:bodyPr>
                    <a:p>
                      <a:endParaRPr b="0" lang="en-CH" sz="1800" strike="noStrike" u="none">
                        <a:solidFill>
                          <a:schemeClr val="dk1"/>
                        </a:solidFill>
                        <a:effectLst/>
                        <a:uFillTx/>
                        <a:latin typeface="Calibri"/>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370800">
                <a:tc>
                  <a:txBody>
                    <a:bodyPr anchor="t">
                      <a:noAutofit/>
                    </a:bodyPr>
                    <a:p>
                      <a:pPr>
                        <a:lnSpc>
                          <a:spcPct val="100000"/>
                        </a:lnSpc>
                      </a:pPr>
                      <a:r>
                        <a:rPr b="1" lang="en-CH" sz="1800" strike="noStrike" u="none">
                          <a:solidFill>
                            <a:srgbClr val="56d72c"/>
                          </a:solidFill>
                          <a:effectLst/>
                          <a:uFillTx/>
                          <a:latin typeface="Calibri"/>
                        </a:rPr>
                        <a:t>O(n)</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ctr">
                      <a:noAutofit/>
                    </a:bodyPr>
                    <a:p>
                      <a:endParaRPr b="0" lang="en-CH" sz="1800" strike="noStrike" u="none">
                        <a:solidFill>
                          <a:schemeClr val="dk1"/>
                        </a:solidFill>
                        <a:effectLst/>
                        <a:uFillTx/>
                        <a:latin typeface="Calibri"/>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370800">
                <a:tc>
                  <a:txBody>
                    <a:bodyPr anchor="t">
                      <a:noAutofit/>
                    </a:bodyPr>
                    <a:p>
                      <a:pPr>
                        <a:lnSpc>
                          <a:spcPct val="100000"/>
                        </a:lnSpc>
                      </a:pPr>
                      <a:r>
                        <a:rPr b="1" lang="en-CH" sz="1800" strike="noStrike" u="none">
                          <a:solidFill>
                            <a:srgbClr val="ff8b00"/>
                          </a:solidFill>
                          <a:effectLst/>
                          <a:uFillTx/>
                          <a:latin typeface="Calibri"/>
                        </a:rPr>
                        <a:t>O(n</a:t>
                      </a:r>
                      <a:r>
                        <a:rPr b="1" lang="en-CH" sz="1800" strike="noStrike" u="none" baseline="30000">
                          <a:solidFill>
                            <a:srgbClr val="ff8b00"/>
                          </a:solidFill>
                          <a:effectLst/>
                          <a:uFillTx/>
                          <a:latin typeface="Calibri"/>
                        </a:rPr>
                        <a:t>2</a:t>
                      </a:r>
                      <a:r>
                        <a:rPr b="1" lang="en-CH" sz="1800" strike="noStrike" u="none">
                          <a:solidFill>
                            <a:srgbClr val="ff8b00"/>
                          </a:solidFill>
                          <a:effectLst/>
                          <a:uFillTx/>
                          <a:latin typeface="Calibri"/>
                        </a:rPr>
                        <a:t>)</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ctr">
                      <a:noAutofit/>
                    </a:bodyPr>
                    <a:p>
                      <a:endParaRPr b="0" lang="en-CH" sz="1800" strike="noStrike" u="none">
                        <a:solidFill>
                          <a:schemeClr val="dk1"/>
                        </a:solidFill>
                        <a:effectLst/>
                        <a:uFillTx/>
                        <a:latin typeface="Calibri"/>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370800">
                <a:tc>
                  <a:txBody>
                    <a:bodyPr anchor="t">
                      <a:noAutofit/>
                    </a:bodyPr>
                    <a:p>
                      <a:pPr>
                        <a:lnSpc>
                          <a:spcPct val="100000"/>
                        </a:lnSpc>
                      </a:pPr>
                      <a:r>
                        <a:rPr b="1" lang="en-CH" sz="1800" strike="noStrike" u="none">
                          <a:solidFill>
                            <a:srgbClr val="ff8cd8"/>
                          </a:solidFill>
                          <a:effectLst/>
                          <a:uFillTx/>
                          <a:latin typeface="Calibri"/>
                        </a:rPr>
                        <a:t>O(n × log n)</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ctr">
                      <a:noAutofit/>
                    </a:bodyPr>
                    <a:p>
                      <a:endParaRPr b="0" lang="en-CH" sz="1800" strike="noStrike" u="none">
                        <a:solidFill>
                          <a:schemeClr val="dk1"/>
                        </a:solidFill>
                        <a:effectLst/>
                        <a:uFillTx/>
                        <a:latin typeface="Calibri"/>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0">
                <a:tc>
                  <a:txBody>
                    <a:bodyPr anchor="t">
                      <a:noAutofit/>
                    </a:bodyPr>
                    <a:p>
                      <a:pPr>
                        <a:lnSpc>
                          <a:spcPct val="100000"/>
                        </a:lnSpc>
                      </a:pPr>
                      <a:r>
                        <a:rPr b="1" lang="en-CH" sz="1800" strike="noStrike" u="none">
                          <a:solidFill>
                            <a:srgbClr val="0092ff"/>
                          </a:solidFill>
                          <a:effectLst/>
                          <a:uFillTx/>
                          <a:latin typeface="Calibri"/>
                        </a:rPr>
                        <a:t>O(log n)</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ctr">
                      <a:noAutofit/>
                    </a:bodyPr>
                    <a:p>
                      <a:endParaRPr b="0" lang="en-CH" sz="1800" strike="noStrike" u="none">
                        <a:solidFill>
                          <a:schemeClr val="dk1"/>
                        </a:solidFill>
                        <a:effectLst/>
                        <a:uFillTx/>
                        <a:latin typeface="Calibri"/>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bl>
          </a:graphicData>
        </a:graphic>
      </p:graphicFrame>
      <p:sp>
        <p:nvSpPr>
          <p:cNvPr id="374" name="Rectangle 18"/>
          <p:cNvSpPr/>
          <p:nvPr/>
        </p:nvSpPr>
        <p:spPr>
          <a:xfrm>
            <a:off x="11052360" y="205920"/>
            <a:ext cx="826920" cy="70164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DE" sz="1800" strike="noStrike" u="none">
              <a:solidFill>
                <a:srgbClr val="000000"/>
              </a:solidFill>
              <a:effectLst/>
              <a:uFillTx/>
              <a:latin typeface="Courier New"/>
              <a:ea typeface="DejaVu Sans"/>
            </a:endParaRPr>
          </a:p>
        </p:txBody>
      </p:sp>
      <p:pic>
        <p:nvPicPr>
          <p:cNvPr id="375" name="Graphic 19" descr=""/>
          <p:cNvPicPr/>
          <p:nvPr/>
        </p:nvPicPr>
        <p:blipFill>
          <a:blip r:embed="rId2"/>
          <a:stretch/>
        </p:blipFill>
        <p:spPr>
          <a:xfrm>
            <a:off x="11119320" y="279720"/>
            <a:ext cx="693360" cy="554400"/>
          </a:xfrm>
          <a:prstGeom prst="rect">
            <a:avLst/>
          </a:prstGeom>
          <a:noFill/>
          <a:ln w="0">
            <a:noFill/>
          </a:ln>
        </p:spPr>
      </p:pic>
      <p:sp>
        <p:nvSpPr>
          <p:cNvPr id="4" name="PlaceHolder 3"/>
          <p:cNvSpPr>
            <a:spLocks noGrp="1"/>
          </p:cNvSpPr>
          <p:nvPr>
            <p:ph type="ftr" idx="37"/>
          </p:nvPr>
        </p:nvSpPr>
        <p:spPr/>
        <p:txBody>
          <a:bodyPr/>
          <a:p>
            <a:r>
              <a:t>Data, v1.0</a:t>
            </a:r>
          </a:p>
        </p:txBody>
      </p:sp>
      <p:sp>
        <p:nvSpPr>
          <p:cNvPr id="5" name="PlaceHolder 4"/>
          <p:cNvSpPr>
            <a:spLocks noGrp="1"/>
          </p:cNvSpPr>
          <p:nvPr>
            <p:ph type="sldNum" idx="38"/>
          </p:nvPr>
        </p:nvSpPr>
        <p:spPr/>
        <p:txBody>
          <a:bodyPr/>
          <a:p>
            <a:fld id="{A1340E78-6D7B-40DF-9AB2-20D6FFA470F3}" type="slidenum">
              <a:t>15</a:t>
            </a:fld>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407520" y="229320"/>
            <a:ext cx="11376360" cy="902520"/>
          </a:xfrm>
          <a:prstGeom prst="rect">
            <a:avLst/>
          </a:prstGeom>
          <a:noFill/>
          <a:ln w="0">
            <a:noFill/>
          </a:ln>
        </p:spPr>
        <p:txBody>
          <a:bodyPr lIns="90000" rIns="90000" tIns="45000" bIns="45000" anchor="ctr">
            <a:noAutofit/>
          </a:bodyPr>
          <a:p>
            <a:pPr indent="0">
              <a:lnSpc>
                <a:spcPct val="90000"/>
              </a:lnSpc>
              <a:buNone/>
              <a:tabLst>
                <a:tab algn="l" pos="0"/>
              </a:tabLst>
            </a:pPr>
            <a:r>
              <a:rPr b="0" lang="en-CH" sz="4400" strike="noStrike" u="none">
                <a:solidFill>
                  <a:srgbClr val="000000"/>
                </a:solidFill>
                <a:effectLst/>
                <a:uFillTx/>
                <a:latin typeface="Calibri Light"/>
              </a:rPr>
              <a:t>Hands-on: Operations on lists</a:t>
            </a:r>
            <a:endParaRPr b="0" lang="en-US" sz="4400" strike="noStrike" u="none">
              <a:solidFill>
                <a:srgbClr val="000000"/>
              </a:solidFill>
              <a:effectLst/>
              <a:uFillTx/>
              <a:latin typeface="Arial"/>
            </a:endParaRPr>
          </a:p>
        </p:txBody>
      </p:sp>
      <p:sp>
        <p:nvSpPr>
          <p:cNvPr id="377" name="PlaceHolder 2"/>
          <p:cNvSpPr>
            <a:spLocks noGrp="1"/>
          </p:cNvSpPr>
          <p:nvPr>
            <p:ph type="dt" idx="126"/>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graphicFrame>
        <p:nvGraphicFramePr>
          <p:cNvPr id="378" name="Table 7"/>
          <p:cNvGraphicFramePr/>
          <p:nvPr/>
        </p:nvGraphicFramePr>
        <p:xfrm>
          <a:off x="751320" y="1258920"/>
          <a:ext cx="5631480" cy="2405880"/>
        </p:xfrm>
        <a:graphic>
          <a:graphicData uri="http://schemas.openxmlformats.org/drawingml/2006/table">
            <a:tbl>
              <a:tblPr/>
              <a:tblGrid>
                <a:gridCol w="1401480"/>
                <a:gridCol w="1638360"/>
                <a:gridCol w="2592000"/>
              </a:tblGrid>
              <a:tr h="419400">
                <a:tc>
                  <a:txBody>
                    <a:bodyPr anchor="t">
                      <a:noAutofit/>
                    </a:bodyPr>
                    <a:p>
                      <a:pPr>
                        <a:lnSpc>
                          <a:spcPct val="100000"/>
                        </a:lnSpc>
                      </a:pPr>
                      <a:r>
                        <a:rPr b="1" lang="en-US" sz="1800" strike="noStrike" u="none">
                          <a:solidFill>
                            <a:srgbClr val="3b3838"/>
                          </a:solidFill>
                          <a:effectLst/>
                          <a:uFillTx/>
                          <a:latin typeface="Calibri"/>
                        </a:rPr>
                        <a:t>B</a:t>
                      </a:r>
                      <a:r>
                        <a:rPr b="1" lang="en-CH" sz="1800" strike="noStrike" u="none">
                          <a:solidFill>
                            <a:srgbClr val="3b3838"/>
                          </a:solidFill>
                          <a:effectLst/>
                          <a:uFillTx/>
                          <a:latin typeface="Calibri"/>
                        </a:rPr>
                        <a:t>ig-O class</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2f2f2"/>
                    </a:solidFill>
                  </a:tcPr>
                </a:tc>
                <a:tc>
                  <a:txBody>
                    <a:bodyPr anchor="t">
                      <a:noAutofit/>
                    </a:bodyPr>
                    <a:p>
                      <a:pPr>
                        <a:lnSpc>
                          <a:spcPct val="100000"/>
                        </a:lnSpc>
                      </a:pPr>
                      <a:r>
                        <a:rPr b="1" lang="en-US" sz="1800" strike="noStrike" u="none">
                          <a:solidFill>
                            <a:srgbClr val="3b3838"/>
                          </a:solidFill>
                          <a:effectLst/>
                          <a:uFillTx/>
                          <a:latin typeface="Calibri"/>
                        </a:rPr>
                        <a:t>What we call it</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2f2f2"/>
                    </a:solidFill>
                  </a:tcPr>
                </a:tc>
                <a:tc>
                  <a:txBody>
                    <a:bodyPr anchor="t">
                      <a:noAutofit/>
                    </a:bodyPr>
                    <a:p>
                      <a:pPr>
                        <a:lnSpc>
                          <a:spcPct val="100000"/>
                        </a:lnSpc>
                      </a:pPr>
                      <a:r>
                        <a:rPr b="1" lang="en-US" sz="1800" strike="noStrike" u="none">
                          <a:solidFill>
                            <a:srgbClr val="3b3838"/>
                          </a:solidFill>
                          <a:effectLst/>
                          <a:uFillTx/>
                          <a:latin typeface="Calibri"/>
                        </a:rPr>
                        <a:t>T</a:t>
                      </a:r>
                      <a:r>
                        <a:rPr b="1" lang="en-CH" sz="1800" strike="noStrike" u="none">
                          <a:solidFill>
                            <a:srgbClr val="3b3838"/>
                          </a:solidFill>
                          <a:effectLst/>
                          <a:uFillTx/>
                          <a:latin typeface="Calibri"/>
                        </a:rPr>
                        <a:t>ime increase</a:t>
                      </a:r>
                      <a:r>
                        <a:rPr b="1" lang="en-US" sz="1800" strike="noStrike" u="none">
                          <a:solidFill>
                            <a:srgbClr val="3b3838"/>
                          </a:solidFill>
                          <a:effectLst/>
                          <a:uFillTx/>
                          <a:latin typeface="Calibri"/>
                        </a:rPr>
                        <a:t>,</a:t>
                      </a:r>
                      <a:r>
                        <a:rPr b="1" lang="en-CH" sz="1800" strike="noStrike" u="none">
                          <a:solidFill>
                            <a:srgbClr val="3b3838"/>
                          </a:solidFill>
                          <a:effectLst/>
                          <a:uFillTx/>
                          <a:latin typeface="Calibri"/>
                        </a:rPr>
                        <a:t> </a:t>
                      </a:r>
                      <a:r>
                        <a:rPr b="1" lang="en-US" sz="1800" strike="noStrike" u="none">
                          <a:solidFill>
                            <a:srgbClr val="3b3838"/>
                          </a:solidFill>
                          <a:effectLst/>
                          <a:uFillTx/>
                          <a:latin typeface="Calibri"/>
                        </a:rPr>
                        <a:t>when</a:t>
                      </a:r>
                      <a:r>
                        <a:rPr b="1" lang="en-CH" sz="1800" strike="noStrike" u="none">
                          <a:solidFill>
                            <a:srgbClr val="3b3838"/>
                          </a:solidFill>
                          <a:effectLst/>
                          <a:uFillTx/>
                          <a:latin typeface="Calibri"/>
                        </a:rPr>
                        <a:t> data increases 10x</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2f2f2"/>
                    </a:solidFill>
                  </a:tcPr>
                </a:tc>
              </a:tr>
              <a:tr h="370800">
                <a:tc>
                  <a:txBody>
                    <a:bodyPr anchor="t">
                      <a:noAutofit/>
                    </a:bodyPr>
                    <a:p>
                      <a:pPr>
                        <a:lnSpc>
                          <a:spcPct val="100000"/>
                        </a:lnSpc>
                      </a:pPr>
                      <a:r>
                        <a:rPr b="1" lang="en-CH" sz="1800" strike="noStrike" u="none">
                          <a:solidFill>
                            <a:srgbClr val="1f45ff"/>
                          </a:solidFill>
                          <a:effectLst/>
                          <a:uFillTx/>
                          <a:latin typeface="Calibri"/>
                        </a:rPr>
                        <a:t>O(1)</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constant</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1x time</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370800">
                <a:tc>
                  <a:txBody>
                    <a:bodyPr anchor="t">
                      <a:noAutofit/>
                    </a:bodyPr>
                    <a:p>
                      <a:pPr>
                        <a:lnSpc>
                          <a:spcPct val="100000"/>
                        </a:lnSpc>
                      </a:pPr>
                      <a:r>
                        <a:rPr b="1" lang="en-CH" sz="1800" strike="noStrike" u="none">
                          <a:solidFill>
                            <a:srgbClr val="56d72c"/>
                          </a:solidFill>
                          <a:effectLst/>
                          <a:uFillTx/>
                          <a:latin typeface="Calibri"/>
                        </a:rPr>
                        <a:t>O(n)</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linear</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10x time</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370800">
                <a:tc>
                  <a:txBody>
                    <a:bodyPr anchor="t">
                      <a:noAutofit/>
                    </a:bodyPr>
                    <a:p>
                      <a:pPr>
                        <a:lnSpc>
                          <a:spcPct val="100000"/>
                        </a:lnSpc>
                      </a:pPr>
                      <a:r>
                        <a:rPr b="1" lang="en-CH" sz="1800" strike="noStrike" u="none">
                          <a:solidFill>
                            <a:srgbClr val="ff8b00"/>
                          </a:solidFill>
                          <a:effectLst/>
                          <a:uFillTx/>
                          <a:latin typeface="Calibri"/>
                        </a:rPr>
                        <a:t>O(n</a:t>
                      </a:r>
                      <a:r>
                        <a:rPr b="1" lang="en-CH" sz="1800" strike="noStrike" u="none" baseline="30000">
                          <a:solidFill>
                            <a:srgbClr val="ff8b00"/>
                          </a:solidFill>
                          <a:effectLst/>
                          <a:uFillTx/>
                          <a:latin typeface="Calibri"/>
                        </a:rPr>
                        <a:t>2</a:t>
                      </a:r>
                      <a:r>
                        <a:rPr b="1" lang="en-CH" sz="1800" strike="noStrike" u="none">
                          <a:solidFill>
                            <a:srgbClr val="ff8b00"/>
                          </a:solidFill>
                          <a:effectLst/>
                          <a:uFillTx/>
                          <a:latin typeface="Calibri"/>
                        </a:rPr>
                        <a:t>)</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quadratic</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100x time</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370800">
                <a:tc>
                  <a:txBody>
                    <a:bodyPr anchor="t">
                      <a:noAutofit/>
                    </a:bodyPr>
                    <a:p>
                      <a:pPr>
                        <a:lnSpc>
                          <a:spcPct val="100000"/>
                        </a:lnSpc>
                      </a:pPr>
                      <a:r>
                        <a:rPr b="1" lang="en-CH" sz="1800" strike="noStrike" u="none">
                          <a:solidFill>
                            <a:srgbClr val="ff8cd8"/>
                          </a:solidFill>
                          <a:effectLst/>
                          <a:uFillTx/>
                          <a:latin typeface="Calibri"/>
                        </a:rPr>
                        <a:t>O(n × log n)</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linearithmic</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~10-20x time</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r h="370800">
                <a:tc>
                  <a:txBody>
                    <a:bodyPr anchor="t">
                      <a:noAutofit/>
                    </a:bodyPr>
                    <a:p>
                      <a:pPr>
                        <a:lnSpc>
                          <a:spcPct val="100000"/>
                        </a:lnSpc>
                      </a:pPr>
                      <a:r>
                        <a:rPr b="1" lang="en-CH" sz="1800" strike="noStrike" u="none">
                          <a:solidFill>
                            <a:srgbClr val="0092ff"/>
                          </a:solidFill>
                          <a:effectLst/>
                          <a:uFillTx/>
                          <a:latin typeface="Calibri"/>
                        </a:rPr>
                        <a:t>O(log n)</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logarithmic</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t">
                      <a:noAutofit/>
                    </a:bodyPr>
                    <a:p>
                      <a:pPr>
                        <a:lnSpc>
                          <a:spcPct val="100000"/>
                        </a:lnSpc>
                      </a:pPr>
                      <a:r>
                        <a:rPr b="0" lang="en-CH" sz="1800" strike="noStrike" u="none">
                          <a:solidFill>
                            <a:schemeClr val="dk1"/>
                          </a:solidFill>
                          <a:effectLst/>
                          <a:uFillTx/>
                          <a:latin typeface="Calibri"/>
                        </a:rPr>
                        <a:t>~1-2x time</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r>
            </a:tbl>
          </a:graphicData>
        </a:graphic>
      </p:graphicFrame>
      <p:grpSp>
        <p:nvGrpSpPr>
          <p:cNvPr id="379" name="Group 16"/>
          <p:cNvGrpSpPr/>
          <p:nvPr/>
        </p:nvGrpSpPr>
        <p:grpSpPr>
          <a:xfrm>
            <a:off x="7032240" y="1216800"/>
            <a:ext cx="4967280" cy="4417920"/>
            <a:chOff x="7032240" y="1216800"/>
            <a:chExt cx="4967280" cy="4417920"/>
          </a:xfrm>
        </p:grpSpPr>
        <p:pic>
          <p:nvPicPr>
            <p:cNvPr id="380" name="Picture 4" descr="Big O notation- What is it good for? – The Craft of Coding"/>
            <p:cNvPicPr/>
            <p:nvPr/>
          </p:nvPicPr>
          <p:blipFill>
            <a:blip r:embed="rId1"/>
            <a:stretch/>
          </p:blipFill>
          <p:spPr>
            <a:xfrm>
              <a:off x="7176240" y="1216800"/>
              <a:ext cx="4463280" cy="4251600"/>
            </a:xfrm>
            <a:prstGeom prst="rect">
              <a:avLst/>
            </a:prstGeom>
            <a:noFill/>
            <a:ln w="0">
              <a:noFill/>
            </a:ln>
          </p:spPr>
        </p:pic>
        <p:sp>
          <p:nvSpPr>
            <p:cNvPr id="381" name="TextBox 2"/>
            <p:cNvSpPr/>
            <p:nvPr/>
          </p:nvSpPr>
          <p:spPr>
            <a:xfrm rot="16200000">
              <a:off x="6093000" y="3116160"/>
              <a:ext cx="2333880" cy="455400"/>
            </a:xfrm>
            <a:prstGeom prst="rect">
              <a:avLst/>
            </a:prstGeom>
            <a:solidFill>
              <a:schemeClr val="bg1"/>
            </a:solidFill>
            <a:ln w="0">
              <a:noFill/>
            </a:ln>
          </p:spPr>
          <p:style>
            <a:lnRef idx="0"/>
            <a:fillRef idx="0"/>
            <a:effectRef idx="0"/>
            <a:fontRef idx="minor"/>
          </p:style>
          <p:txBody>
            <a:bodyPr lIns="90000" rIns="90000" tIns="45000" bIns="45000" anchor="t">
              <a:spAutoFit/>
            </a:bodyPr>
            <a:p>
              <a:pPr algn="ctr">
                <a:lnSpc>
                  <a:spcPct val="100000"/>
                </a:lnSpc>
              </a:pPr>
              <a:r>
                <a:rPr b="0" lang="en-CH" sz="2400" strike="noStrike" u="none">
                  <a:solidFill>
                    <a:srgbClr val="000000"/>
                  </a:solidFill>
                  <a:effectLst/>
                  <a:uFillTx/>
                  <a:latin typeface="Calibri"/>
                  <a:ea typeface="DejaVu Sans"/>
                </a:rPr>
                <a:t>Time</a:t>
              </a:r>
              <a:endParaRPr b="0" lang="en-US" sz="2400" strike="noStrike" u="none">
                <a:solidFill>
                  <a:srgbClr val="000000"/>
                </a:solidFill>
                <a:effectLst/>
                <a:uFillTx/>
                <a:latin typeface="Arial"/>
              </a:endParaRPr>
            </a:p>
          </p:txBody>
        </p:sp>
        <p:sp>
          <p:nvSpPr>
            <p:cNvPr id="382" name="TextBox 6"/>
            <p:cNvSpPr/>
            <p:nvPr/>
          </p:nvSpPr>
          <p:spPr>
            <a:xfrm>
              <a:off x="8240760" y="5179320"/>
              <a:ext cx="2333880" cy="455400"/>
            </a:xfrm>
            <a:prstGeom prst="rect">
              <a:avLst/>
            </a:prstGeom>
            <a:solidFill>
              <a:schemeClr val="bg1"/>
            </a:solidFill>
            <a:ln w="0">
              <a:noFill/>
            </a:ln>
          </p:spPr>
          <p:style>
            <a:lnRef idx="0"/>
            <a:fillRef idx="0"/>
            <a:effectRef idx="0"/>
            <a:fontRef idx="minor"/>
          </p:style>
          <p:txBody>
            <a:bodyPr lIns="90000" rIns="90000" tIns="45000" bIns="45000" anchor="t">
              <a:spAutoFit/>
            </a:bodyPr>
            <a:p>
              <a:pPr algn="ctr">
                <a:lnSpc>
                  <a:spcPct val="100000"/>
                </a:lnSpc>
              </a:pPr>
              <a:r>
                <a:rPr b="0" lang="en-CH" sz="2400" strike="noStrike" u="none">
                  <a:solidFill>
                    <a:srgbClr val="000000"/>
                  </a:solidFill>
                  <a:effectLst/>
                  <a:uFillTx/>
                  <a:latin typeface="Calibri"/>
                  <a:ea typeface="DejaVu Sans"/>
                </a:rPr>
                <a:t>Input size, n</a:t>
              </a:r>
              <a:endParaRPr b="0" lang="en-US" sz="2400" strike="noStrike" u="none">
                <a:solidFill>
                  <a:srgbClr val="000000"/>
                </a:solidFill>
                <a:effectLst/>
                <a:uFillTx/>
                <a:latin typeface="Arial"/>
              </a:endParaRPr>
            </a:p>
          </p:txBody>
        </p:sp>
        <p:sp>
          <p:nvSpPr>
            <p:cNvPr id="383" name="TextBox 8"/>
            <p:cNvSpPr/>
            <p:nvPr/>
          </p:nvSpPr>
          <p:spPr>
            <a:xfrm>
              <a:off x="10920600" y="2917800"/>
              <a:ext cx="79812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56d72c"/>
                  </a:solidFill>
                  <a:effectLst/>
                  <a:uFillTx/>
                  <a:latin typeface="Calibri"/>
                  <a:ea typeface="DejaVu Sans"/>
                </a:rPr>
                <a:t>O(n)</a:t>
              </a:r>
              <a:endParaRPr b="0" lang="en-US" sz="2000" strike="noStrike" u="none">
                <a:solidFill>
                  <a:srgbClr val="000000"/>
                </a:solidFill>
                <a:effectLst/>
                <a:uFillTx/>
                <a:latin typeface="Arial"/>
              </a:endParaRPr>
            </a:p>
          </p:txBody>
        </p:sp>
        <p:sp>
          <p:nvSpPr>
            <p:cNvPr id="384" name="TextBox 9"/>
            <p:cNvSpPr/>
            <p:nvPr/>
          </p:nvSpPr>
          <p:spPr>
            <a:xfrm>
              <a:off x="10920600" y="3993840"/>
              <a:ext cx="107892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0295ff"/>
                  </a:solidFill>
                  <a:effectLst/>
                  <a:uFillTx/>
                  <a:latin typeface="Calibri"/>
                  <a:ea typeface="DejaVu Sans"/>
                </a:rPr>
                <a:t>O(log n)</a:t>
              </a:r>
              <a:endParaRPr b="0" lang="en-US" sz="2000" strike="noStrike" u="none">
                <a:solidFill>
                  <a:srgbClr val="000000"/>
                </a:solidFill>
                <a:effectLst/>
                <a:uFillTx/>
                <a:latin typeface="Arial"/>
              </a:endParaRPr>
            </a:p>
          </p:txBody>
        </p:sp>
        <p:sp>
          <p:nvSpPr>
            <p:cNvPr id="385" name="TextBox 11"/>
            <p:cNvSpPr/>
            <p:nvPr/>
          </p:nvSpPr>
          <p:spPr>
            <a:xfrm>
              <a:off x="10920600" y="4491360"/>
              <a:ext cx="107892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0020ff"/>
                  </a:solidFill>
                  <a:effectLst/>
                  <a:uFillTx/>
                  <a:latin typeface="Calibri"/>
                  <a:ea typeface="DejaVu Sans"/>
                </a:rPr>
                <a:t>O(1)</a:t>
              </a:r>
              <a:endParaRPr b="0" lang="en-US" sz="2000" strike="noStrike" u="none">
                <a:solidFill>
                  <a:srgbClr val="000000"/>
                </a:solidFill>
                <a:effectLst/>
                <a:uFillTx/>
                <a:latin typeface="Arial"/>
              </a:endParaRPr>
            </a:p>
          </p:txBody>
        </p:sp>
        <p:sp>
          <p:nvSpPr>
            <p:cNvPr id="386" name="TextBox 12"/>
            <p:cNvSpPr/>
            <p:nvPr/>
          </p:nvSpPr>
          <p:spPr>
            <a:xfrm>
              <a:off x="10380600" y="1425240"/>
              <a:ext cx="125892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ff8cd8"/>
                  </a:solidFill>
                  <a:effectLst/>
                  <a:uFillTx/>
                  <a:latin typeface="Calibri"/>
                  <a:ea typeface="DejaVu Sans"/>
                </a:rPr>
                <a:t>O(n log n)</a:t>
              </a:r>
              <a:endParaRPr b="0" lang="en-US" sz="2000" strike="noStrike" u="none">
                <a:solidFill>
                  <a:srgbClr val="000000"/>
                </a:solidFill>
                <a:effectLst/>
                <a:uFillTx/>
                <a:latin typeface="Arial"/>
              </a:endParaRPr>
            </a:p>
          </p:txBody>
        </p:sp>
        <p:sp>
          <p:nvSpPr>
            <p:cNvPr id="387" name="TextBox 14"/>
            <p:cNvSpPr/>
            <p:nvPr/>
          </p:nvSpPr>
          <p:spPr>
            <a:xfrm>
              <a:off x="9412200" y="1357920"/>
              <a:ext cx="78696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ff8b00"/>
                  </a:solidFill>
                  <a:effectLst/>
                  <a:uFillTx/>
                  <a:latin typeface="Calibri"/>
                  <a:ea typeface="DejaVu Sans"/>
                </a:rPr>
                <a:t>O(n</a:t>
              </a:r>
              <a:r>
                <a:rPr b="0" lang="en-CH" sz="2000" strike="noStrike" u="none" baseline="30000">
                  <a:solidFill>
                    <a:srgbClr val="ff8b00"/>
                  </a:solidFill>
                  <a:effectLst/>
                  <a:uFillTx/>
                  <a:latin typeface="Calibri"/>
                  <a:ea typeface="DejaVu Sans"/>
                </a:rPr>
                <a:t>2</a:t>
              </a:r>
              <a:r>
                <a:rPr b="0" lang="en-CH" sz="2000" strike="noStrike" u="none">
                  <a:solidFill>
                    <a:srgbClr val="ff8b00"/>
                  </a:solidFill>
                  <a:effectLst/>
                  <a:uFillTx/>
                  <a:latin typeface="Calibri"/>
                  <a:ea typeface="DejaVu Sans"/>
                </a:rPr>
                <a:t>)</a:t>
              </a:r>
              <a:endParaRPr b="0" lang="en-US" sz="2000" strike="noStrike" u="none">
                <a:solidFill>
                  <a:srgbClr val="000000"/>
                </a:solidFill>
                <a:effectLst/>
                <a:uFillTx/>
                <a:latin typeface="Arial"/>
              </a:endParaRPr>
            </a:p>
          </p:txBody>
        </p:sp>
        <p:sp>
          <p:nvSpPr>
            <p:cNvPr id="388" name="TextBox 15"/>
            <p:cNvSpPr/>
            <p:nvPr/>
          </p:nvSpPr>
          <p:spPr>
            <a:xfrm>
              <a:off x="8294760" y="1357920"/>
              <a:ext cx="786960" cy="3945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2000" strike="noStrike" u="none">
                  <a:solidFill>
                    <a:srgbClr val="ff0000"/>
                  </a:solidFill>
                  <a:effectLst/>
                  <a:uFillTx/>
                  <a:latin typeface="Calibri"/>
                  <a:ea typeface="DejaVu Sans"/>
                </a:rPr>
                <a:t>O(2</a:t>
              </a:r>
              <a:r>
                <a:rPr b="0" lang="en-CH" sz="2000" strike="noStrike" u="none" baseline="30000">
                  <a:solidFill>
                    <a:srgbClr val="ff0000"/>
                  </a:solidFill>
                  <a:effectLst/>
                  <a:uFillTx/>
                  <a:latin typeface="Calibri"/>
                  <a:ea typeface="DejaVu Sans"/>
                </a:rPr>
                <a:t>n</a:t>
              </a:r>
              <a:r>
                <a:rPr b="0" lang="en-CH" sz="2000" strike="noStrike" u="none">
                  <a:solidFill>
                    <a:srgbClr val="ff0000"/>
                  </a:solidFill>
                  <a:effectLst/>
                  <a:uFillTx/>
                  <a:latin typeface="Calibri"/>
                  <a:ea typeface="DejaVu Sans"/>
                </a:rPr>
                <a:t>)</a:t>
              </a:r>
              <a:endParaRPr b="0" lang="en-US" sz="2000" strike="noStrike" u="none">
                <a:solidFill>
                  <a:srgbClr val="000000"/>
                </a:solidFill>
                <a:effectLst/>
                <a:uFillTx/>
                <a:latin typeface="Arial"/>
              </a:endParaRPr>
            </a:p>
          </p:txBody>
        </p:sp>
      </p:grpSp>
      <p:graphicFrame>
        <p:nvGraphicFramePr>
          <p:cNvPr id="389" name="Table 13"/>
          <p:cNvGraphicFramePr/>
          <p:nvPr/>
        </p:nvGraphicFramePr>
        <p:xfrm>
          <a:off x="751320" y="3957840"/>
          <a:ext cx="5631840" cy="2530800"/>
        </p:xfrm>
        <a:graphic>
          <a:graphicData uri="http://schemas.openxmlformats.org/drawingml/2006/table">
            <a:tbl>
              <a:tblPr/>
              <a:tblGrid>
                <a:gridCol w="1408320"/>
                <a:gridCol w="4223880"/>
              </a:tblGrid>
              <a:tr h="411840">
                <a:tc>
                  <a:txBody>
                    <a:bodyPr anchor="t">
                      <a:noAutofit/>
                    </a:bodyPr>
                    <a:p>
                      <a:pPr>
                        <a:lnSpc>
                          <a:spcPct val="100000"/>
                        </a:lnSpc>
                      </a:pPr>
                      <a:r>
                        <a:rPr b="1" lang="en-US" sz="1800" strike="noStrike" u="none">
                          <a:solidFill>
                            <a:srgbClr val="3b3838"/>
                          </a:solidFill>
                          <a:effectLst/>
                          <a:uFillTx/>
                          <a:latin typeface="Calibri"/>
                        </a:rPr>
                        <a:t>B</a:t>
                      </a:r>
                      <a:r>
                        <a:rPr b="1" lang="en-CH" sz="1800" strike="noStrike" u="none">
                          <a:solidFill>
                            <a:srgbClr val="3b3838"/>
                          </a:solidFill>
                          <a:effectLst/>
                          <a:uFillTx/>
                          <a:latin typeface="Calibri"/>
                        </a:rPr>
                        <a:t>ig-O class</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2f2f2"/>
                    </a:solidFill>
                  </a:tcPr>
                </a:tc>
                <a:tc>
                  <a:txBody>
                    <a:bodyPr anchor="t">
                      <a:noAutofit/>
                    </a:bodyPr>
                    <a:p>
                      <a:pPr>
                        <a:lnSpc>
                          <a:spcPct val="100000"/>
                        </a:lnSpc>
                      </a:pPr>
                      <a:r>
                        <a:rPr b="1" lang="en-CH" sz="1800" strike="noStrike" u="none">
                          <a:solidFill>
                            <a:srgbClr val="3b3838"/>
                          </a:solidFill>
                          <a:effectLst/>
                          <a:uFillTx/>
                          <a:latin typeface="Calibri"/>
                        </a:rPr>
                        <a:t>Operation on lists that scales this way</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2f2f2"/>
                    </a:solidFill>
                  </a:tcPr>
                </a:tc>
              </a:tr>
              <a:tr h="370800">
                <a:tc>
                  <a:txBody>
                    <a:bodyPr anchor="t">
                      <a:noAutofit/>
                    </a:bodyPr>
                    <a:p>
                      <a:pPr>
                        <a:lnSpc>
                          <a:spcPct val="100000"/>
                        </a:lnSpc>
                      </a:pPr>
                      <a:r>
                        <a:rPr b="1" lang="en-CH" sz="1800" strike="noStrike" u="none">
                          <a:solidFill>
                            <a:srgbClr val="1f45ff"/>
                          </a:solidFill>
                          <a:effectLst/>
                          <a:uFillTx/>
                          <a:latin typeface="Calibri"/>
                        </a:rPr>
                        <a:t>O(1)</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ctr">
                      <a:noAutofit/>
                    </a:bodyPr>
                    <a:p>
                      <a:pPr algn="ctr">
                        <a:lnSpc>
                          <a:spcPct val="100000"/>
                        </a:lnSpc>
                      </a:pPr>
                      <a:r>
                        <a:rPr b="0" lang="en-CH" sz="1800" strike="noStrike" u="none">
                          <a:solidFill>
                            <a:schemeClr val="dk1"/>
                          </a:solidFill>
                          <a:effectLst/>
                          <a:uFillTx/>
                          <a:latin typeface="Calibri"/>
                        </a:rPr>
                        <a:t>Getting an element by its index</a:t>
                      </a:r>
                      <a:endParaRPr b="0" lang="en-US" sz="18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370800">
                <a:tc>
                  <a:txBody>
                    <a:bodyPr anchor="t">
                      <a:noAutofit/>
                    </a:bodyPr>
                    <a:p>
                      <a:pPr>
                        <a:lnSpc>
                          <a:spcPct val="100000"/>
                        </a:lnSpc>
                      </a:pPr>
                      <a:r>
                        <a:rPr b="1" lang="en-CH" sz="1800" strike="noStrike" u="none">
                          <a:solidFill>
                            <a:srgbClr val="56d72c"/>
                          </a:solidFill>
                          <a:effectLst/>
                          <a:uFillTx/>
                          <a:latin typeface="Calibri"/>
                        </a:rPr>
                        <a:t>O(n)</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ctr">
                      <a:noAutofit/>
                    </a:bodyPr>
                    <a:p>
                      <a:pPr algn="ctr">
                        <a:lnSpc>
                          <a:spcPct val="100000"/>
                        </a:lnSpc>
                      </a:pPr>
                      <a:r>
                        <a:rPr b="0" lang="en-CH" sz="1800" strike="noStrike" u="none">
                          <a:solidFill>
                            <a:schemeClr val="dk1"/>
                          </a:solidFill>
                          <a:effectLst/>
                          <a:uFillTx/>
                          <a:latin typeface="Calibri"/>
                        </a:rPr>
                        <a:t>Summing elements in list</a:t>
                      </a:r>
                      <a:endParaRPr b="0" lang="en-US" sz="18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370800">
                <a:tc>
                  <a:txBody>
                    <a:bodyPr anchor="t">
                      <a:noAutofit/>
                    </a:bodyPr>
                    <a:p>
                      <a:pPr>
                        <a:lnSpc>
                          <a:spcPct val="100000"/>
                        </a:lnSpc>
                      </a:pPr>
                      <a:r>
                        <a:rPr b="1" lang="en-CH" sz="1800" strike="noStrike" u="none">
                          <a:solidFill>
                            <a:srgbClr val="ff8b00"/>
                          </a:solidFill>
                          <a:effectLst/>
                          <a:uFillTx/>
                          <a:latin typeface="Calibri"/>
                        </a:rPr>
                        <a:t>O(n</a:t>
                      </a:r>
                      <a:r>
                        <a:rPr b="1" lang="en-CH" sz="1800" strike="noStrike" u="none" baseline="30000">
                          <a:solidFill>
                            <a:srgbClr val="ff8b00"/>
                          </a:solidFill>
                          <a:effectLst/>
                          <a:uFillTx/>
                          <a:latin typeface="Calibri"/>
                        </a:rPr>
                        <a:t>2</a:t>
                      </a:r>
                      <a:r>
                        <a:rPr b="1" lang="en-CH" sz="1800" strike="noStrike" u="none">
                          <a:solidFill>
                            <a:srgbClr val="ff8b00"/>
                          </a:solidFill>
                          <a:effectLst/>
                          <a:uFillTx/>
                          <a:latin typeface="Calibri"/>
                        </a:rPr>
                        <a:t>)</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ctr">
                      <a:noAutofit/>
                    </a:bodyPr>
                    <a:p>
                      <a:pPr algn="ctr">
                        <a:lnSpc>
                          <a:spcPct val="100000"/>
                        </a:lnSpc>
                        <a:tabLst>
                          <a:tab algn="l" pos="0"/>
                        </a:tabLst>
                      </a:pPr>
                      <a:r>
                        <a:rPr b="0" lang="en-CH" sz="1800" strike="noStrike" u="none">
                          <a:solidFill>
                            <a:schemeClr val="dk1"/>
                          </a:solidFill>
                          <a:effectLst/>
                          <a:uFillTx/>
                          <a:latin typeface="Calibri"/>
                        </a:rPr>
                        <a:t>Computing distance between all pairs o</a:t>
                      </a:r>
                      <a:r>
                        <a:rPr b="0" lang="en-US" sz="1800" strike="noStrike" u="none">
                          <a:solidFill>
                            <a:schemeClr val="dk1"/>
                          </a:solidFill>
                          <a:effectLst/>
                          <a:uFillTx/>
                          <a:latin typeface="Calibri"/>
                        </a:rPr>
                        <a:t>f</a:t>
                      </a:r>
                      <a:r>
                        <a:rPr b="0" lang="en-CH" sz="1800" strike="noStrike" u="none">
                          <a:solidFill>
                            <a:schemeClr val="dk1"/>
                          </a:solidFill>
                          <a:effectLst/>
                          <a:uFillTx/>
                          <a:latin typeface="Calibri"/>
                        </a:rPr>
                        <a:t> elements in the list </a:t>
                      </a:r>
                      <a:endParaRPr b="0" lang="en-US" sz="18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370800">
                <a:tc>
                  <a:txBody>
                    <a:bodyPr anchor="t">
                      <a:noAutofit/>
                    </a:bodyPr>
                    <a:p>
                      <a:pPr>
                        <a:lnSpc>
                          <a:spcPct val="100000"/>
                        </a:lnSpc>
                      </a:pPr>
                      <a:r>
                        <a:rPr b="1" lang="en-CH" sz="1800" strike="noStrike" u="none">
                          <a:solidFill>
                            <a:srgbClr val="ff8cd8"/>
                          </a:solidFill>
                          <a:effectLst/>
                          <a:uFillTx/>
                          <a:latin typeface="Calibri"/>
                        </a:rPr>
                        <a:t>O(n × log n)</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ctr">
                      <a:noAutofit/>
                    </a:bodyPr>
                    <a:p>
                      <a:pPr algn="ctr">
                        <a:lnSpc>
                          <a:spcPct val="100000"/>
                        </a:lnSpc>
                      </a:pPr>
                      <a:r>
                        <a:rPr b="0" lang="en-CH" sz="1800" strike="noStrike" u="none">
                          <a:solidFill>
                            <a:schemeClr val="dk1"/>
                          </a:solidFill>
                          <a:effectLst/>
                          <a:uFillTx/>
                          <a:latin typeface="Calibri"/>
                        </a:rPr>
                        <a:t>Sorting the list</a:t>
                      </a:r>
                      <a:endParaRPr b="0" lang="en-US" sz="18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0">
                <a:tc>
                  <a:txBody>
                    <a:bodyPr anchor="t">
                      <a:noAutofit/>
                    </a:bodyPr>
                    <a:p>
                      <a:pPr>
                        <a:lnSpc>
                          <a:spcPct val="100000"/>
                        </a:lnSpc>
                      </a:pPr>
                      <a:r>
                        <a:rPr b="1" lang="en-CH" sz="1800" strike="noStrike" u="none">
                          <a:solidFill>
                            <a:srgbClr val="0092ff"/>
                          </a:solidFill>
                          <a:effectLst/>
                          <a:uFillTx/>
                          <a:latin typeface="Calibri"/>
                        </a:rPr>
                        <a:t>O(log n)</a:t>
                      </a:r>
                      <a:endParaRPr b="0" lang="en-US" sz="1800" strike="noStrike" u="none">
                        <a:solidFill>
                          <a:srgbClr val="000000"/>
                        </a:solidFill>
                        <a:effectLst/>
                        <a:uFillTx/>
                        <a:latin typeface="Arial"/>
                      </a:endParaRPr>
                    </a:p>
                  </a:txBody>
                  <a:tcPr anchor="t"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noFill/>
                  </a:tcPr>
                </a:tc>
                <a:tc>
                  <a:txBody>
                    <a:bodyPr anchor="ctr">
                      <a:noAutofit/>
                    </a:bodyPr>
                    <a:p>
                      <a:pPr algn="ctr">
                        <a:lnSpc>
                          <a:spcPct val="100000"/>
                        </a:lnSpc>
                      </a:pPr>
                      <a:r>
                        <a:rPr b="0" lang="en-CH" sz="1800" strike="noStrike" u="none">
                          <a:solidFill>
                            <a:schemeClr val="dk1"/>
                          </a:solidFill>
                          <a:effectLst/>
                          <a:uFillTx/>
                          <a:latin typeface="Calibri"/>
                        </a:rPr>
                        <a:t>Searching an element in a sorted list</a:t>
                      </a:r>
                      <a:endParaRPr b="0" lang="en-US" sz="18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bl>
          </a:graphicData>
        </a:graphic>
      </p:graphicFrame>
      <p:sp>
        <p:nvSpPr>
          <p:cNvPr id="390" name="Rectangle 18"/>
          <p:cNvSpPr/>
          <p:nvPr/>
        </p:nvSpPr>
        <p:spPr>
          <a:xfrm>
            <a:off x="11052360" y="205920"/>
            <a:ext cx="826920" cy="70164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DE" sz="1800" strike="noStrike" u="none">
              <a:solidFill>
                <a:srgbClr val="000000"/>
              </a:solidFill>
              <a:effectLst/>
              <a:uFillTx/>
              <a:latin typeface="Courier New"/>
              <a:ea typeface="DejaVu Sans"/>
            </a:endParaRPr>
          </a:p>
        </p:txBody>
      </p:sp>
      <p:pic>
        <p:nvPicPr>
          <p:cNvPr id="391" name="Graphic 19" descr=""/>
          <p:cNvPicPr/>
          <p:nvPr/>
        </p:nvPicPr>
        <p:blipFill>
          <a:blip r:embed="rId2"/>
          <a:stretch/>
        </p:blipFill>
        <p:spPr>
          <a:xfrm>
            <a:off x="11119320" y="279720"/>
            <a:ext cx="693360" cy="554400"/>
          </a:xfrm>
          <a:prstGeom prst="rect">
            <a:avLst/>
          </a:prstGeom>
          <a:noFill/>
          <a:ln w="0">
            <a:noFill/>
          </a:ln>
        </p:spPr>
      </p:pic>
      <p:sp>
        <p:nvSpPr>
          <p:cNvPr id="4" name="PlaceHolder 3"/>
          <p:cNvSpPr>
            <a:spLocks noGrp="1"/>
          </p:cNvSpPr>
          <p:nvPr>
            <p:ph type="ftr" idx="37"/>
          </p:nvPr>
        </p:nvSpPr>
        <p:spPr/>
        <p:txBody>
          <a:bodyPr/>
          <a:p>
            <a:r>
              <a:t>Data, v1.0</a:t>
            </a:r>
          </a:p>
        </p:txBody>
      </p:sp>
      <p:sp>
        <p:nvSpPr>
          <p:cNvPr id="5" name="PlaceHolder 4"/>
          <p:cNvSpPr>
            <a:spLocks noGrp="1"/>
          </p:cNvSpPr>
          <p:nvPr>
            <p:ph type="sldNum" idx="38"/>
          </p:nvPr>
        </p:nvSpPr>
        <p:spPr/>
        <p:txBody>
          <a:bodyPr/>
          <a:p>
            <a:fld id="{6BD9FE49-6863-46BE-9B72-F69152756B17}" type="slidenum">
              <a:t>16</a:t>
            </a:fld>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407520" y="229320"/>
            <a:ext cx="11376360" cy="902520"/>
          </a:xfrm>
          <a:prstGeom prst="rect">
            <a:avLst/>
          </a:prstGeom>
          <a:noFill/>
          <a:ln w="0">
            <a:noFill/>
          </a:ln>
        </p:spPr>
        <p:txBody>
          <a:bodyPr lIns="90000" rIns="90000" tIns="45000" bIns="45000" anchor="ctr">
            <a:normAutofit/>
          </a:bodyPr>
          <a:p>
            <a:pPr indent="0">
              <a:lnSpc>
                <a:spcPct val="90000"/>
              </a:lnSpc>
              <a:buNone/>
              <a:tabLst>
                <a:tab algn="l" pos="0"/>
              </a:tabLst>
            </a:pPr>
            <a:r>
              <a:rPr b="0" lang="en-CH" sz="4400" strike="noStrike" u="none">
                <a:solidFill>
                  <a:srgbClr val="000000"/>
                </a:solidFill>
                <a:effectLst/>
                <a:uFillTx/>
                <a:latin typeface="Calibri Light"/>
              </a:rPr>
              <a:t>Example: Find common words</a:t>
            </a:r>
            <a:endParaRPr b="0" lang="en-US" sz="4400" strike="noStrike" u="none">
              <a:solidFill>
                <a:srgbClr val="000000"/>
              </a:solidFill>
              <a:effectLst/>
              <a:uFillTx/>
              <a:latin typeface="Arial"/>
            </a:endParaRPr>
          </a:p>
        </p:txBody>
      </p:sp>
      <p:sp>
        <p:nvSpPr>
          <p:cNvPr id="393" name="PlaceHolder 2"/>
          <p:cNvSpPr>
            <a:spLocks noGrp="1"/>
          </p:cNvSpPr>
          <p:nvPr>
            <p:ph/>
          </p:nvPr>
        </p:nvSpPr>
        <p:spPr>
          <a:xfrm>
            <a:off x="838080" y="1607040"/>
            <a:ext cx="10514520" cy="4691160"/>
          </a:xfrm>
          <a:prstGeom prst="rect">
            <a:avLst/>
          </a:prstGeom>
          <a:noFill/>
          <a:ln w="0">
            <a:noFill/>
          </a:ln>
        </p:spPr>
        <p:txBody>
          <a:bodyPr lIns="90000" rIns="90000" tIns="45000" bIns="45000" anchor="t">
            <a:normAutofit/>
          </a:bodyPr>
          <a:p>
            <a:pPr indent="0">
              <a:lnSpc>
                <a:spcPct val="90000"/>
              </a:lnSpc>
              <a:spcBef>
                <a:spcPts val="1001"/>
              </a:spcBef>
              <a:buNone/>
              <a:tabLst>
                <a:tab algn="l" pos="0"/>
              </a:tabLst>
            </a:pPr>
            <a:r>
              <a:rPr b="0" lang="en-CH" sz="2800" strike="noStrike" u="none">
                <a:solidFill>
                  <a:srgbClr val="000000"/>
                </a:solidFill>
                <a:effectLst/>
                <a:uFillTx/>
                <a:latin typeface="Calibri"/>
              </a:rPr>
              <a:t>Given two lists of words, extract all the words that are in common</a:t>
            </a:r>
            <a:br>
              <a:rPr sz="2800"/>
            </a:br>
            <a:endParaRPr b="0" lang="en-US" sz="2800" strike="noStrike" u="none">
              <a:solidFill>
                <a:srgbClr val="000000"/>
              </a:solidFill>
              <a:effectLst/>
              <a:uFillTx/>
              <a:latin typeface="Arial"/>
            </a:endParaRPr>
          </a:p>
          <a:p>
            <a:pPr indent="0">
              <a:lnSpc>
                <a:spcPct val="90000"/>
              </a:lnSpc>
              <a:spcBef>
                <a:spcPts val="1001"/>
              </a:spcBef>
              <a:buNone/>
              <a:tabLst>
                <a:tab algn="l" pos="0"/>
              </a:tabLst>
            </a:pPr>
            <a:endParaRPr b="0" lang="en-US" sz="2800" strike="noStrike" u="none">
              <a:solidFill>
                <a:srgbClr val="000000"/>
              </a:solidFill>
              <a:effectLst/>
              <a:uFillTx/>
              <a:latin typeface="Arial"/>
            </a:endParaRPr>
          </a:p>
          <a:p>
            <a:pPr indent="0">
              <a:lnSpc>
                <a:spcPct val="90000"/>
              </a:lnSpc>
              <a:spcBef>
                <a:spcPts val="1001"/>
              </a:spcBef>
              <a:buNone/>
              <a:tabLst>
                <a:tab algn="l" pos="0"/>
              </a:tabLst>
            </a:pPr>
            <a:endParaRPr b="0" lang="en-US" sz="2800" strike="noStrike" u="none">
              <a:solidFill>
                <a:srgbClr val="000000"/>
              </a:solidFill>
              <a:effectLst/>
              <a:uFillTx/>
              <a:latin typeface="Arial"/>
            </a:endParaRPr>
          </a:p>
          <a:p>
            <a:pPr indent="0">
              <a:lnSpc>
                <a:spcPct val="90000"/>
              </a:lnSpc>
              <a:spcBef>
                <a:spcPts val="1001"/>
              </a:spcBef>
              <a:buNone/>
              <a:tabLst>
                <a:tab algn="l" pos="0"/>
              </a:tabLst>
            </a:pPr>
            <a:endParaRPr b="0" lang="en-US" sz="2800" strike="noStrike" u="none">
              <a:solidFill>
                <a:srgbClr val="000000"/>
              </a:solidFill>
              <a:effectLst/>
              <a:uFillTx/>
              <a:latin typeface="Arial"/>
            </a:endParaRPr>
          </a:p>
          <a:p>
            <a:pPr indent="0">
              <a:lnSpc>
                <a:spcPct val="90000"/>
              </a:lnSpc>
              <a:spcBef>
                <a:spcPts val="1001"/>
              </a:spcBef>
              <a:buNone/>
              <a:tabLst>
                <a:tab algn="l" pos="0"/>
              </a:tabLst>
            </a:pPr>
            <a:endParaRPr b="0" lang="en-US" sz="2800" strike="noStrike" u="none">
              <a:solidFill>
                <a:srgbClr val="000000"/>
              </a:solidFill>
              <a:effectLst/>
              <a:uFillTx/>
              <a:latin typeface="Arial"/>
            </a:endParaRPr>
          </a:p>
          <a:p>
            <a:pPr indent="0">
              <a:lnSpc>
                <a:spcPct val="90000"/>
              </a:lnSpc>
              <a:spcBef>
                <a:spcPts val="1001"/>
              </a:spcBef>
              <a:buNone/>
              <a:tabLst>
                <a:tab algn="l" pos="0"/>
              </a:tabLst>
            </a:pPr>
            <a:endParaRPr b="0" lang="en-US" sz="2800" strike="noStrike" u="none">
              <a:solidFill>
                <a:srgbClr val="000000"/>
              </a:solidFill>
              <a:effectLst/>
              <a:uFillTx/>
              <a:latin typeface="Arial"/>
            </a:endParaRPr>
          </a:p>
        </p:txBody>
      </p:sp>
      <p:sp>
        <p:nvSpPr>
          <p:cNvPr id="394" name="PlaceHolder 3"/>
          <p:cNvSpPr>
            <a:spLocks noGrp="1"/>
          </p:cNvSpPr>
          <p:nvPr>
            <p:ph type="dt" idx="127"/>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pic>
        <p:nvPicPr>
          <p:cNvPr id="395" name="Picture 16" descr=""/>
          <p:cNvPicPr/>
          <p:nvPr/>
        </p:nvPicPr>
        <p:blipFill>
          <a:blip r:embed="rId1"/>
          <a:stretch/>
        </p:blipFill>
        <p:spPr>
          <a:xfrm>
            <a:off x="1703520" y="2637000"/>
            <a:ext cx="8784000" cy="646920"/>
          </a:xfrm>
          <a:prstGeom prst="rect">
            <a:avLst/>
          </a:prstGeom>
          <a:noFill/>
          <a:ln w="0">
            <a:noFill/>
          </a:ln>
        </p:spPr>
      </p:pic>
      <p:sp>
        <p:nvSpPr>
          <p:cNvPr id="396" name="TextBox 8"/>
          <p:cNvSpPr/>
          <p:nvPr/>
        </p:nvSpPr>
        <p:spPr>
          <a:xfrm>
            <a:off x="1559520" y="3429000"/>
            <a:ext cx="7559640" cy="4554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CH" sz="2400" strike="noStrike" u="none">
                <a:solidFill>
                  <a:srgbClr val="000000"/>
                </a:solidFill>
                <a:effectLst/>
                <a:uFillTx/>
                <a:latin typeface="Calibri"/>
                <a:ea typeface="DejaVu Sans"/>
              </a:rPr>
              <a:t>Expected result: </a:t>
            </a:r>
            <a:r>
              <a:rPr b="0" lang="en-US" sz="2400" strike="noStrike" u="none">
                <a:solidFill>
                  <a:srgbClr val="000000"/>
                </a:solidFill>
                <a:effectLst/>
                <a:uFillTx/>
                <a:latin typeface="Consolas"/>
                <a:ea typeface="DejaVu Sans"/>
              </a:rPr>
              <a:t>['apple', 'orange', 'banana']</a:t>
            </a:r>
            <a:endParaRPr b="0" lang="en-US" sz="2400" strike="noStrike" u="none">
              <a:solidFill>
                <a:srgbClr val="000000"/>
              </a:solidFill>
              <a:effectLst/>
              <a:uFillTx/>
              <a:latin typeface="Arial"/>
            </a:endParaRPr>
          </a:p>
        </p:txBody>
      </p:sp>
      <p:sp>
        <p:nvSpPr>
          <p:cNvPr id="5" name="PlaceHolder 4"/>
          <p:cNvSpPr>
            <a:spLocks noGrp="1"/>
          </p:cNvSpPr>
          <p:nvPr>
            <p:ph type="ftr" idx="37"/>
          </p:nvPr>
        </p:nvSpPr>
        <p:spPr/>
        <p:txBody>
          <a:bodyPr/>
          <a:p>
            <a:r>
              <a:t>Data, v1.0</a:t>
            </a:r>
          </a:p>
        </p:txBody>
      </p:sp>
      <p:sp>
        <p:nvSpPr>
          <p:cNvPr id="6" name="PlaceHolder 5"/>
          <p:cNvSpPr>
            <a:spLocks noGrp="1"/>
          </p:cNvSpPr>
          <p:nvPr>
            <p:ph type="sldNum" idx="38"/>
          </p:nvPr>
        </p:nvSpPr>
        <p:spPr/>
        <p:txBody>
          <a:bodyPr/>
          <a:p>
            <a:fld id="{06DDE89D-CE22-4508-B494-7D68089CCB53}" type="slidenum">
              <a:t>17</a:t>
            </a:fld>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7"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a:bodyPr>
          <a:p>
            <a:pPr indent="0">
              <a:lnSpc>
                <a:spcPct val="90000"/>
              </a:lnSpc>
              <a:buNone/>
              <a:tabLst>
                <a:tab algn="l" pos="0"/>
              </a:tabLst>
            </a:pPr>
            <a:r>
              <a:rPr b="0" lang="en-US" sz="4400" strike="noStrike" u="none">
                <a:solidFill>
                  <a:srgbClr val="000000"/>
                </a:solidFill>
                <a:effectLst/>
                <a:uFillTx/>
                <a:latin typeface="Calibri Light"/>
              </a:rPr>
              <a:t>Implementation with two</a:t>
            </a:r>
            <a:r>
              <a:rPr b="0" lang="en-CH" sz="4400" strike="noStrike" u="none">
                <a:solidFill>
                  <a:srgbClr val="000000"/>
                </a:solidFill>
                <a:effectLst/>
                <a:uFillTx/>
                <a:latin typeface="Calibri Light"/>
              </a:rPr>
              <a:t> for-loops</a:t>
            </a:r>
            <a:endParaRPr b="0" lang="en-US" sz="4400" strike="noStrike" u="none">
              <a:solidFill>
                <a:srgbClr val="000000"/>
              </a:solidFill>
              <a:effectLst/>
              <a:uFillTx/>
              <a:latin typeface="Arial"/>
            </a:endParaRPr>
          </a:p>
        </p:txBody>
      </p:sp>
      <p:sp>
        <p:nvSpPr>
          <p:cNvPr id="398" name="PlaceHolder 2"/>
          <p:cNvSpPr>
            <a:spLocks noGrp="1"/>
          </p:cNvSpPr>
          <p:nvPr>
            <p:ph type="dt" idx="128"/>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sp>
        <p:nvSpPr>
          <p:cNvPr id="399" name="TextBox 11"/>
          <p:cNvSpPr/>
          <p:nvPr/>
        </p:nvSpPr>
        <p:spPr>
          <a:xfrm>
            <a:off x="564840" y="4860720"/>
            <a:ext cx="9720000" cy="5158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CH" sz="2800" strike="noStrike" u="none">
                <a:solidFill>
                  <a:srgbClr val="000000"/>
                </a:solidFill>
                <a:effectLst/>
                <a:uFillTx/>
                <a:latin typeface="Calibri"/>
                <a:ea typeface="DejaVu Sans"/>
              </a:rPr>
              <a:t>What is the big-O complexity of this implementation?</a:t>
            </a:r>
            <a:endParaRPr b="0" lang="en-US" sz="2800" strike="noStrike" u="none">
              <a:solidFill>
                <a:srgbClr val="000000"/>
              </a:solidFill>
              <a:effectLst/>
              <a:uFillTx/>
              <a:latin typeface="Arial"/>
            </a:endParaRPr>
          </a:p>
        </p:txBody>
      </p:sp>
      <p:pic>
        <p:nvPicPr>
          <p:cNvPr id="400" name="" descr=""/>
          <p:cNvPicPr/>
          <p:nvPr/>
        </p:nvPicPr>
        <p:blipFill>
          <a:blip r:embed="rId1"/>
          <a:stretch/>
        </p:blipFill>
        <p:spPr>
          <a:xfrm>
            <a:off x="568800" y="1495440"/>
            <a:ext cx="8025480" cy="2390760"/>
          </a:xfrm>
          <a:prstGeom prst="rect">
            <a:avLst/>
          </a:prstGeom>
          <a:noFill/>
          <a:ln w="0">
            <a:noFill/>
          </a:ln>
        </p:spPr>
      </p:pic>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0BE22E46-9EEB-440C-AFD0-6179594F6663}" type="slidenum">
              <a:t>18</a:t>
            </a:fld>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a:bodyPr>
          <a:p>
            <a:pPr indent="0">
              <a:lnSpc>
                <a:spcPct val="90000"/>
              </a:lnSpc>
              <a:buNone/>
              <a:tabLst>
                <a:tab algn="l" pos="0"/>
              </a:tabLst>
            </a:pPr>
            <a:r>
              <a:rPr b="0" lang="en-US" sz="4400" strike="noStrike" u="none">
                <a:solidFill>
                  <a:srgbClr val="000000"/>
                </a:solidFill>
                <a:effectLst/>
                <a:uFillTx/>
                <a:latin typeface="Calibri Light"/>
              </a:rPr>
              <a:t>Implementation with two</a:t>
            </a:r>
            <a:r>
              <a:rPr b="0" lang="en-CH" sz="4400" strike="noStrike" u="none">
                <a:solidFill>
                  <a:srgbClr val="000000"/>
                </a:solidFill>
                <a:effectLst/>
                <a:uFillTx/>
                <a:latin typeface="Calibri Light"/>
              </a:rPr>
              <a:t> for-loops</a:t>
            </a:r>
            <a:endParaRPr b="0" lang="en-US" sz="4400" strike="noStrike" u="none">
              <a:solidFill>
                <a:srgbClr val="000000"/>
              </a:solidFill>
              <a:effectLst/>
              <a:uFillTx/>
              <a:latin typeface="Arial"/>
            </a:endParaRPr>
          </a:p>
        </p:txBody>
      </p:sp>
      <p:sp>
        <p:nvSpPr>
          <p:cNvPr id="402" name="PlaceHolder 2"/>
          <p:cNvSpPr>
            <a:spLocks noGrp="1"/>
          </p:cNvSpPr>
          <p:nvPr>
            <p:ph type="dt" idx="129"/>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sp>
        <p:nvSpPr>
          <p:cNvPr id="403" name="TextBox 3"/>
          <p:cNvSpPr/>
          <p:nvPr/>
        </p:nvSpPr>
        <p:spPr>
          <a:xfrm>
            <a:off x="564840" y="4860720"/>
            <a:ext cx="9720000" cy="51660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CH" sz="2800" strike="noStrike" u="none">
                <a:solidFill>
                  <a:srgbClr val="000000"/>
                </a:solidFill>
                <a:effectLst/>
                <a:uFillTx/>
                <a:latin typeface="Calibri"/>
                <a:ea typeface="DejaVu Sans"/>
              </a:rPr>
              <a:t>What is </a:t>
            </a:r>
            <a:r>
              <a:rPr b="0" lang="en-CH" sz="2800" strike="noStrike" u="none">
                <a:solidFill>
                  <a:srgbClr val="000000"/>
                </a:solidFill>
                <a:effectLst/>
                <a:uFillTx/>
                <a:latin typeface="Calibri"/>
                <a:ea typeface="DejaVu Sans"/>
              </a:rPr>
              <a:t>the big-</a:t>
            </a:r>
            <a:r>
              <a:rPr b="0" lang="en-CH" sz="2800" strike="noStrike" u="none">
                <a:solidFill>
                  <a:srgbClr val="000000"/>
                </a:solidFill>
                <a:effectLst/>
                <a:uFillTx/>
                <a:latin typeface="Calibri"/>
                <a:ea typeface="DejaVu Sans"/>
              </a:rPr>
              <a:t>O </a:t>
            </a:r>
            <a:r>
              <a:rPr b="0" lang="en-CH" sz="2800" strike="noStrike" u="none">
                <a:solidFill>
                  <a:srgbClr val="000000"/>
                </a:solidFill>
                <a:effectLst/>
                <a:uFillTx/>
                <a:latin typeface="Calibri"/>
                <a:ea typeface="DejaVu Sans"/>
              </a:rPr>
              <a:t>complex</a:t>
            </a:r>
            <a:r>
              <a:rPr b="0" lang="en-CH" sz="2800" strike="noStrike" u="none">
                <a:solidFill>
                  <a:srgbClr val="000000"/>
                </a:solidFill>
                <a:effectLst/>
                <a:uFillTx/>
                <a:latin typeface="Calibri"/>
                <a:ea typeface="DejaVu Sans"/>
              </a:rPr>
              <a:t>ity of </a:t>
            </a:r>
            <a:r>
              <a:rPr b="0" lang="en-CH" sz="2800" strike="noStrike" u="none">
                <a:solidFill>
                  <a:srgbClr val="000000"/>
                </a:solidFill>
                <a:effectLst/>
                <a:uFillTx/>
                <a:latin typeface="Calibri"/>
                <a:ea typeface="DejaVu Sans"/>
              </a:rPr>
              <a:t>this </a:t>
            </a:r>
            <a:r>
              <a:rPr b="0" lang="en-CH" sz="2800" strike="noStrike" u="none">
                <a:solidFill>
                  <a:srgbClr val="000000"/>
                </a:solidFill>
                <a:effectLst/>
                <a:uFillTx/>
                <a:latin typeface="Calibri"/>
                <a:ea typeface="DejaVu Sans"/>
              </a:rPr>
              <a:t>implem</a:t>
            </a:r>
            <a:r>
              <a:rPr b="0" lang="en-CH" sz="2800" strike="noStrike" u="none">
                <a:solidFill>
                  <a:srgbClr val="000000"/>
                </a:solidFill>
                <a:effectLst/>
                <a:uFillTx/>
                <a:latin typeface="Calibri"/>
                <a:ea typeface="DejaVu Sans"/>
              </a:rPr>
              <a:t>entation</a:t>
            </a:r>
            <a:r>
              <a:rPr b="0" lang="en-CH" sz="2800" strike="noStrike" u="none">
                <a:solidFill>
                  <a:srgbClr val="000000"/>
                </a:solidFill>
                <a:effectLst/>
                <a:uFillTx/>
                <a:latin typeface="Calibri"/>
                <a:ea typeface="DejaVu Sans"/>
              </a:rPr>
              <a:t>?</a:t>
            </a:r>
            <a:endParaRPr b="0" lang="en-US" sz="2800" strike="noStrike" u="none">
              <a:solidFill>
                <a:srgbClr val="000000"/>
              </a:solidFill>
              <a:effectLst/>
              <a:uFillTx/>
              <a:latin typeface="Arial"/>
            </a:endParaRPr>
          </a:p>
        </p:txBody>
      </p:sp>
      <p:pic>
        <p:nvPicPr>
          <p:cNvPr id="404" name="" descr=""/>
          <p:cNvPicPr/>
          <p:nvPr/>
        </p:nvPicPr>
        <p:blipFill>
          <a:blip r:embed="rId1"/>
          <a:stretch/>
        </p:blipFill>
        <p:spPr>
          <a:xfrm>
            <a:off x="568800" y="1495440"/>
            <a:ext cx="7889400" cy="2350080"/>
          </a:xfrm>
          <a:prstGeom prst="rect">
            <a:avLst/>
          </a:prstGeom>
          <a:noFill/>
          <a:ln w="0">
            <a:noFill/>
          </a:ln>
        </p:spPr>
      </p:pic>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4BBC12FD-F81C-43BE-95C6-1EA275DB5A12}" type="slidenum">
              <a:t>19</a:t>
            </a:fld>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05" name="Picture 15" descr=""/>
          <p:cNvPicPr/>
          <p:nvPr/>
        </p:nvPicPr>
        <p:blipFill>
          <a:blip r:embed="rId1"/>
          <a:stretch/>
        </p:blipFill>
        <p:spPr>
          <a:xfrm>
            <a:off x="7829640" y="1132920"/>
            <a:ext cx="4025880" cy="3779640"/>
          </a:xfrm>
          <a:prstGeom prst="rect">
            <a:avLst/>
          </a:prstGeom>
          <a:noFill/>
          <a:ln w="0">
            <a:noFill/>
          </a:ln>
        </p:spPr>
      </p:pic>
      <p:sp>
        <p:nvSpPr>
          <p:cNvPr id="406"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a:bodyPr>
          <a:p>
            <a:pPr indent="0">
              <a:lnSpc>
                <a:spcPct val="90000"/>
              </a:lnSpc>
              <a:buNone/>
              <a:tabLst>
                <a:tab algn="l" pos="0"/>
              </a:tabLst>
            </a:pPr>
            <a:r>
              <a:rPr b="0" lang="en-US" sz="4400" strike="noStrike" u="none">
                <a:solidFill>
                  <a:srgbClr val="000000"/>
                </a:solidFill>
                <a:effectLst/>
                <a:uFillTx/>
                <a:latin typeface="Calibri Light"/>
              </a:rPr>
              <a:t>Implementation with two</a:t>
            </a:r>
            <a:r>
              <a:rPr b="0" lang="en-CH" sz="4400" strike="noStrike" u="none">
                <a:solidFill>
                  <a:srgbClr val="000000"/>
                </a:solidFill>
                <a:effectLst/>
                <a:uFillTx/>
                <a:latin typeface="Calibri Light"/>
              </a:rPr>
              <a:t> for-loops</a:t>
            </a:r>
            <a:endParaRPr b="0" lang="en-US" sz="4400" strike="noStrike" u="none">
              <a:solidFill>
                <a:srgbClr val="000000"/>
              </a:solidFill>
              <a:effectLst/>
              <a:uFillTx/>
              <a:latin typeface="Arial"/>
            </a:endParaRPr>
          </a:p>
        </p:txBody>
      </p:sp>
      <p:sp>
        <p:nvSpPr>
          <p:cNvPr id="407" name="PlaceHolder 2"/>
          <p:cNvSpPr>
            <a:spLocks noGrp="1"/>
          </p:cNvSpPr>
          <p:nvPr>
            <p:ph type="dt" idx="130"/>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pic>
        <p:nvPicPr>
          <p:cNvPr id="408" name="Picture 10" descr=""/>
          <p:cNvPicPr/>
          <p:nvPr/>
        </p:nvPicPr>
        <p:blipFill>
          <a:blip r:embed="rId2"/>
          <a:stretch/>
        </p:blipFill>
        <p:spPr>
          <a:xfrm>
            <a:off x="551520" y="1841400"/>
            <a:ext cx="6234480" cy="1586520"/>
          </a:xfrm>
          <a:prstGeom prst="rect">
            <a:avLst/>
          </a:prstGeom>
          <a:noFill/>
          <a:ln w="0">
            <a:noFill/>
          </a:ln>
        </p:spPr>
      </p:pic>
      <p:pic>
        <p:nvPicPr>
          <p:cNvPr id="409" name="Picture 7" descr=""/>
          <p:cNvPicPr/>
          <p:nvPr/>
        </p:nvPicPr>
        <p:blipFill>
          <a:blip r:embed="rId3"/>
          <a:stretch/>
        </p:blipFill>
        <p:spPr>
          <a:xfrm>
            <a:off x="3098880" y="2705040"/>
            <a:ext cx="938880" cy="722880"/>
          </a:xfrm>
          <a:prstGeom prst="rect">
            <a:avLst/>
          </a:prstGeom>
          <a:noFill/>
          <a:ln w="0">
            <a:noFill/>
          </a:ln>
        </p:spPr>
      </p:pic>
      <p:sp>
        <p:nvSpPr>
          <p:cNvPr id="410" name="TextBox 13"/>
          <p:cNvSpPr/>
          <p:nvPr/>
        </p:nvSpPr>
        <p:spPr>
          <a:xfrm>
            <a:off x="564840" y="4860720"/>
            <a:ext cx="9720000" cy="9424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CH" sz="2800" strike="noStrike" u="none">
                <a:solidFill>
                  <a:srgbClr val="000000"/>
                </a:solidFill>
                <a:effectLst/>
                <a:uFillTx/>
                <a:latin typeface="Calibri"/>
                <a:ea typeface="DejaVu Sans"/>
              </a:rPr>
              <a:t>What is the big-O complexity of this implementation?</a:t>
            </a:r>
            <a:endParaRPr b="0" lang="en-US" sz="2800" strike="noStrike" u="none">
              <a:solidFill>
                <a:srgbClr val="000000"/>
              </a:solidFill>
              <a:effectLst/>
              <a:uFillTx/>
              <a:latin typeface="Arial"/>
            </a:endParaRPr>
          </a:p>
          <a:p>
            <a:pPr>
              <a:lnSpc>
                <a:spcPct val="100000"/>
              </a:lnSpc>
            </a:pPr>
            <a:r>
              <a:rPr b="0" lang="en-CH" sz="2800" strike="noStrike" u="none">
                <a:solidFill>
                  <a:srgbClr val="000000"/>
                </a:solidFill>
                <a:effectLst/>
                <a:uFillTx/>
                <a:latin typeface="Calibri"/>
                <a:ea typeface="DejaVu Sans"/>
              </a:rPr>
              <a:t>N * N  ~  </a:t>
            </a:r>
            <a:r>
              <a:rPr b="1" lang="en-CH" sz="2800" strike="noStrike" u="none">
                <a:solidFill>
                  <a:srgbClr val="000000"/>
                </a:solidFill>
                <a:effectLst/>
                <a:uFillTx/>
                <a:latin typeface="Calibri"/>
                <a:ea typeface="DejaVu Sans"/>
              </a:rPr>
              <a:t>O(N</a:t>
            </a:r>
            <a:r>
              <a:rPr b="1" lang="en-CH" sz="2800" strike="noStrike" u="none" baseline="30000">
                <a:solidFill>
                  <a:srgbClr val="000000"/>
                </a:solidFill>
                <a:effectLst/>
                <a:uFillTx/>
                <a:latin typeface="Calibri"/>
                <a:ea typeface="DejaVu Sans"/>
              </a:rPr>
              <a:t>2</a:t>
            </a:r>
            <a:r>
              <a:rPr b="1" lang="en-CH" sz="2800" strike="noStrike" u="none">
                <a:solidFill>
                  <a:srgbClr val="000000"/>
                </a:solidFill>
                <a:effectLst/>
                <a:uFillTx/>
                <a:latin typeface="Calibri"/>
                <a:ea typeface="DejaVu Sans"/>
              </a:rPr>
              <a:t>)</a:t>
            </a:r>
            <a:r>
              <a:rPr b="0" lang="en-CH" sz="2800" strike="noStrike" u="none">
                <a:solidFill>
                  <a:srgbClr val="000000"/>
                </a:solidFill>
                <a:effectLst/>
                <a:uFillTx/>
                <a:latin typeface="Calibri"/>
                <a:ea typeface="DejaVu Sans"/>
              </a:rPr>
              <a:t> </a:t>
            </a:r>
            <a:endParaRPr b="0" lang="en-US" sz="2800" strike="noStrike" u="none">
              <a:solidFill>
                <a:srgbClr val="000000"/>
              </a:solidFill>
              <a:effectLst/>
              <a:uFillTx/>
              <a:latin typeface="Arial"/>
            </a:endParaRPr>
          </a:p>
        </p:txBody>
      </p:sp>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2AFDE3FA-EBC4-4F67-AB8D-D2A4758293FD}" type="slidenum">
              <a:t>20</a:t>
            </a:fld>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11" name="Picture 6" descr=""/>
          <p:cNvPicPr/>
          <p:nvPr/>
        </p:nvPicPr>
        <p:blipFill>
          <a:blip r:embed="rId1"/>
          <a:srcRect l="179" t="0" r="20883" b="0"/>
          <a:stretch/>
        </p:blipFill>
        <p:spPr>
          <a:xfrm>
            <a:off x="568800" y="1315080"/>
            <a:ext cx="7026120" cy="3192840"/>
          </a:xfrm>
          <a:prstGeom prst="rect">
            <a:avLst/>
          </a:prstGeom>
          <a:noFill/>
          <a:ln w="0">
            <a:noFill/>
          </a:ln>
        </p:spPr>
      </p:pic>
      <p:sp>
        <p:nvSpPr>
          <p:cNvPr id="412"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a:bodyPr>
          <a:p>
            <a:pPr indent="0">
              <a:lnSpc>
                <a:spcPct val="90000"/>
              </a:lnSpc>
              <a:buNone/>
              <a:tabLst>
                <a:tab algn="l" pos="0"/>
              </a:tabLst>
            </a:pPr>
            <a:r>
              <a:rPr b="0" lang="en-US" sz="4400" strike="noStrike" u="none">
                <a:solidFill>
                  <a:srgbClr val="000000"/>
                </a:solidFill>
                <a:effectLst/>
                <a:uFillTx/>
                <a:latin typeface="Calibri Light"/>
              </a:rPr>
              <a:t>Implementation with sorted lists</a:t>
            </a:r>
            <a:endParaRPr b="0" lang="en-US" sz="4400" strike="noStrike" u="none">
              <a:solidFill>
                <a:srgbClr val="000000"/>
              </a:solidFill>
              <a:effectLst/>
              <a:uFillTx/>
              <a:latin typeface="Arial"/>
            </a:endParaRPr>
          </a:p>
        </p:txBody>
      </p:sp>
      <p:sp>
        <p:nvSpPr>
          <p:cNvPr id="413" name="PlaceHolder 2"/>
          <p:cNvSpPr>
            <a:spLocks noGrp="1"/>
          </p:cNvSpPr>
          <p:nvPr>
            <p:ph type="dt" idx="131"/>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sp>
        <p:nvSpPr>
          <p:cNvPr id="414" name="TextBox 9"/>
          <p:cNvSpPr/>
          <p:nvPr/>
        </p:nvSpPr>
        <p:spPr>
          <a:xfrm>
            <a:off x="564840" y="4860720"/>
            <a:ext cx="9720000" cy="5158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CH" sz="2800" strike="noStrike" u="none">
                <a:solidFill>
                  <a:srgbClr val="000000"/>
                </a:solidFill>
                <a:effectLst/>
                <a:uFillTx/>
                <a:latin typeface="Calibri"/>
                <a:ea typeface="DejaVu Sans"/>
              </a:rPr>
              <a:t>What is the big-O complexity of this implementation? </a:t>
            </a:r>
            <a:endParaRPr b="0" lang="en-US" sz="2800" strike="noStrike" u="none">
              <a:solidFill>
                <a:srgbClr val="000000"/>
              </a:solidFill>
              <a:effectLst/>
              <a:uFillTx/>
              <a:latin typeface="Arial"/>
            </a:endParaRPr>
          </a:p>
        </p:txBody>
      </p:sp>
      <p:pic>
        <p:nvPicPr>
          <p:cNvPr id="415" name="Picture 10" descr=""/>
          <p:cNvPicPr/>
          <p:nvPr/>
        </p:nvPicPr>
        <p:blipFill>
          <a:blip r:embed="rId2"/>
          <a:stretch/>
        </p:blipFill>
        <p:spPr>
          <a:xfrm>
            <a:off x="2783520" y="1845000"/>
            <a:ext cx="4823280" cy="473760"/>
          </a:xfrm>
          <a:prstGeom prst="rect">
            <a:avLst/>
          </a:prstGeom>
          <a:noFill/>
          <a:ln w="0">
            <a:noFill/>
          </a:ln>
        </p:spPr>
      </p:pic>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54364FAB-26B6-4D92-9735-F4A43837E8D4}" type="slidenum">
              <a:t>21</a:t>
            </a:fld>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16" name="Picture 6" descr=""/>
          <p:cNvPicPr/>
          <p:nvPr/>
        </p:nvPicPr>
        <p:blipFill>
          <a:blip r:embed="rId1"/>
          <a:srcRect l="179" t="0" r="20883" b="0"/>
          <a:stretch/>
        </p:blipFill>
        <p:spPr>
          <a:xfrm>
            <a:off x="568800" y="1315080"/>
            <a:ext cx="7026120" cy="3192840"/>
          </a:xfrm>
          <a:prstGeom prst="rect">
            <a:avLst/>
          </a:prstGeom>
          <a:noFill/>
          <a:ln w="0">
            <a:noFill/>
          </a:ln>
        </p:spPr>
      </p:pic>
      <p:sp>
        <p:nvSpPr>
          <p:cNvPr id="417"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a:bodyPr>
          <a:p>
            <a:pPr indent="0">
              <a:lnSpc>
                <a:spcPct val="90000"/>
              </a:lnSpc>
              <a:buNone/>
              <a:tabLst>
                <a:tab algn="l" pos="0"/>
              </a:tabLst>
            </a:pPr>
            <a:r>
              <a:rPr b="0" lang="en-US" sz="4400" strike="noStrike" u="none">
                <a:solidFill>
                  <a:srgbClr val="000000"/>
                </a:solidFill>
                <a:effectLst/>
                <a:uFillTx/>
                <a:latin typeface="Calibri Light"/>
              </a:rPr>
              <a:t>Implementation with sorted lists</a:t>
            </a:r>
            <a:endParaRPr b="0" lang="en-US" sz="4400" strike="noStrike" u="none">
              <a:solidFill>
                <a:srgbClr val="000000"/>
              </a:solidFill>
              <a:effectLst/>
              <a:uFillTx/>
              <a:latin typeface="Arial"/>
            </a:endParaRPr>
          </a:p>
        </p:txBody>
      </p:sp>
      <p:sp>
        <p:nvSpPr>
          <p:cNvPr id="418" name="PlaceHolder 2"/>
          <p:cNvSpPr>
            <a:spLocks noGrp="1"/>
          </p:cNvSpPr>
          <p:nvPr>
            <p:ph type="dt" idx="132"/>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sp>
        <p:nvSpPr>
          <p:cNvPr id="419" name="TextBox 9"/>
          <p:cNvSpPr/>
          <p:nvPr/>
        </p:nvSpPr>
        <p:spPr>
          <a:xfrm>
            <a:off x="564840" y="4860720"/>
            <a:ext cx="8073000" cy="9435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CH" sz="2800" strike="noStrike" u="none">
                <a:solidFill>
                  <a:srgbClr val="000000"/>
                </a:solidFill>
                <a:effectLst/>
                <a:uFillTx/>
                <a:latin typeface="Calibri"/>
                <a:ea typeface="DejaVu Sans"/>
              </a:rPr>
              <a:t>What is the big-O complexity of this implementation?</a:t>
            </a:r>
            <a:endParaRPr b="0" lang="en-US" sz="2800" strike="noStrike" u="none">
              <a:solidFill>
                <a:srgbClr val="000000"/>
              </a:solidFill>
              <a:effectLst/>
              <a:uFillTx/>
              <a:latin typeface="Arial"/>
            </a:endParaRPr>
          </a:p>
          <a:p>
            <a:pPr>
              <a:lnSpc>
                <a:spcPct val="100000"/>
              </a:lnSpc>
            </a:pPr>
            <a:r>
              <a:rPr b="0" lang="en-CH" sz="2800" strike="noStrike" u="none">
                <a:solidFill>
                  <a:srgbClr val="000000"/>
                </a:solidFill>
                <a:effectLst/>
                <a:uFillTx/>
                <a:latin typeface="Calibri"/>
                <a:ea typeface="DejaVu Sans"/>
              </a:rPr>
              <a:t>2 × (N × log N) + 2 × N  ~ </a:t>
            </a:r>
            <a:r>
              <a:rPr b="1" lang="en-CH" sz="2800" strike="noStrike" u="none">
                <a:solidFill>
                  <a:srgbClr val="000000"/>
                </a:solidFill>
                <a:effectLst/>
                <a:uFillTx/>
                <a:latin typeface="Calibri"/>
                <a:ea typeface="DejaVu Sans"/>
              </a:rPr>
              <a:t>O(N log N) </a:t>
            </a:r>
            <a:endParaRPr b="0" lang="en-US" sz="2800" strike="noStrike" u="none">
              <a:solidFill>
                <a:srgbClr val="000000"/>
              </a:solidFill>
              <a:effectLst/>
              <a:uFillTx/>
              <a:latin typeface="Arial"/>
            </a:endParaRPr>
          </a:p>
        </p:txBody>
      </p:sp>
      <p:pic>
        <p:nvPicPr>
          <p:cNvPr id="420" name="Picture 10" descr=""/>
          <p:cNvPicPr/>
          <p:nvPr/>
        </p:nvPicPr>
        <p:blipFill>
          <a:blip r:embed="rId2"/>
          <a:stretch/>
        </p:blipFill>
        <p:spPr>
          <a:xfrm>
            <a:off x="2783520" y="1845000"/>
            <a:ext cx="4823280" cy="473760"/>
          </a:xfrm>
          <a:prstGeom prst="rect">
            <a:avLst/>
          </a:prstGeom>
          <a:noFill/>
          <a:ln w="0">
            <a:noFill/>
          </a:ln>
        </p:spPr>
      </p:pic>
      <p:pic>
        <p:nvPicPr>
          <p:cNvPr id="421" name="Picture 8" descr=""/>
          <p:cNvPicPr/>
          <p:nvPr/>
        </p:nvPicPr>
        <p:blipFill>
          <a:blip r:embed="rId3"/>
          <a:stretch/>
        </p:blipFill>
        <p:spPr>
          <a:xfrm>
            <a:off x="7748640" y="1108440"/>
            <a:ext cx="4123440" cy="3857760"/>
          </a:xfrm>
          <a:prstGeom prst="rect">
            <a:avLst/>
          </a:prstGeom>
          <a:noFill/>
          <a:ln w="0">
            <a:noFill/>
          </a:ln>
        </p:spPr>
      </p:pic>
      <p:pic>
        <p:nvPicPr>
          <p:cNvPr id="422" name="Picture 11" descr=""/>
          <p:cNvPicPr/>
          <p:nvPr/>
        </p:nvPicPr>
        <p:blipFill>
          <a:blip r:embed="rId4"/>
          <a:stretch/>
        </p:blipFill>
        <p:spPr>
          <a:xfrm>
            <a:off x="8638920" y="1339560"/>
            <a:ext cx="1726200" cy="557640"/>
          </a:xfrm>
          <a:prstGeom prst="rect">
            <a:avLst/>
          </a:prstGeom>
          <a:noFill/>
          <a:ln w="0">
            <a:noFill/>
          </a:ln>
        </p:spPr>
      </p:pic>
      <p:pic>
        <p:nvPicPr>
          <p:cNvPr id="423" name="Picture 2" descr=""/>
          <p:cNvPicPr/>
          <p:nvPr/>
        </p:nvPicPr>
        <p:blipFill>
          <a:blip r:embed="rId5"/>
          <a:srcRect l="0" t="0" r="21078" b="0"/>
          <a:stretch/>
        </p:blipFill>
        <p:spPr>
          <a:xfrm>
            <a:off x="595440" y="1898280"/>
            <a:ext cx="6999480" cy="2609640"/>
          </a:xfrm>
          <a:prstGeom prst="rect">
            <a:avLst/>
          </a:prstGeom>
          <a:noFill/>
          <a:ln w="0">
            <a:noFill/>
          </a:ln>
        </p:spPr>
      </p:pic>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59593D8A-540B-40FE-9D6E-58D86F65042E}" type="slidenum">
              <a:t>22</a:t>
            </a:fld>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4"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a:bodyPr>
          <a:p>
            <a:pPr indent="0">
              <a:lnSpc>
                <a:spcPct val="90000"/>
              </a:lnSpc>
              <a:buNone/>
              <a:tabLst>
                <a:tab algn="l" pos="0"/>
              </a:tabLst>
            </a:pPr>
            <a:r>
              <a:rPr b="0" lang="en-CH" sz="4400" strike="noStrike" u="none">
                <a:solidFill>
                  <a:srgbClr val="000000"/>
                </a:solidFill>
                <a:effectLst/>
                <a:uFillTx/>
                <a:latin typeface="Calibri Light"/>
              </a:rPr>
              <a:t>Implementation with sets</a:t>
            </a:r>
            <a:endParaRPr b="0" lang="en-US" sz="4400" strike="noStrike" u="none">
              <a:solidFill>
                <a:srgbClr val="000000"/>
              </a:solidFill>
              <a:effectLst/>
              <a:uFillTx/>
              <a:latin typeface="Arial"/>
            </a:endParaRPr>
          </a:p>
        </p:txBody>
      </p:sp>
      <p:sp>
        <p:nvSpPr>
          <p:cNvPr id="425" name="PlaceHolder 2"/>
          <p:cNvSpPr>
            <a:spLocks noGrp="1"/>
          </p:cNvSpPr>
          <p:nvPr>
            <p:ph type="dt" idx="133"/>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pic>
        <p:nvPicPr>
          <p:cNvPr id="426" name="Picture 11" descr=""/>
          <p:cNvPicPr/>
          <p:nvPr/>
        </p:nvPicPr>
        <p:blipFill>
          <a:blip r:embed="rId1"/>
          <a:srcRect l="218" t="0" r="0" b="0"/>
          <a:stretch/>
        </p:blipFill>
        <p:spPr>
          <a:xfrm>
            <a:off x="564840" y="1311480"/>
            <a:ext cx="6246360" cy="2094480"/>
          </a:xfrm>
          <a:prstGeom prst="rect">
            <a:avLst/>
          </a:prstGeom>
          <a:noFill/>
          <a:ln w="0">
            <a:noFill/>
          </a:ln>
        </p:spPr>
      </p:pic>
      <p:sp>
        <p:nvSpPr>
          <p:cNvPr id="427" name="TextBox 8"/>
          <p:cNvSpPr/>
          <p:nvPr/>
        </p:nvSpPr>
        <p:spPr>
          <a:xfrm>
            <a:off x="564840" y="4860720"/>
            <a:ext cx="9720000" cy="5158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CH" sz="2800" strike="noStrike" u="none">
                <a:solidFill>
                  <a:srgbClr val="000000"/>
                </a:solidFill>
                <a:effectLst/>
                <a:uFillTx/>
                <a:latin typeface="Calibri"/>
                <a:ea typeface="DejaVu Sans"/>
              </a:rPr>
              <a:t>What is the big-O complexity of this implementation?</a:t>
            </a:r>
            <a:endParaRPr b="0" lang="en-US" sz="2800" strike="noStrike" u="none">
              <a:solidFill>
                <a:srgbClr val="000000"/>
              </a:solidFill>
              <a:effectLst/>
              <a:uFillTx/>
              <a:latin typeface="Arial"/>
            </a:endParaRPr>
          </a:p>
        </p:txBody>
      </p:sp>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946DF902-09A4-420B-A834-47B4C6D48A0B}" type="slidenum">
              <a:t>23</a:t>
            </a:fld>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28" name="Picture 6" descr=""/>
          <p:cNvPicPr/>
          <p:nvPr/>
        </p:nvPicPr>
        <p:blipFill>
          <a:blip r:embed="rId1"/>
          <a:stretch/>
        </p:blipFill>
        <p:spPr>
          <a:xfrm>
            <a:off x="7748640" y="1103040"/>
            <a:ext cx="4145400" cy="3857760"/>
          </a:xfrm>
          <a:prstGeom prst="rect">
            <a:avLst/>
          </a:prstGeom>
          <a:noFill/>
          <a:ln w="0">
            <a:noFill/>
          </a:ln>
        </p:spPr>
      </p:pic>
      <p:sp>
        <p:nvSpPr>
          <p:cNvPr id="429"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a:bodyPr>
          <a:p>
            <a:pPr indent="0">
              <a:lnSpc>
                <a:spcPct val="90000"/>
              </a:lnSpc>
              <a:buNone/>
              <a:tabLst>
                <a:tab algn="l" pos="0"/>
              </a:tabLst>
            </a:pPr>
            <a:r>
              <a:rPr b="0" lang="en-CH" sz="4400" strike="noStrike" u="none">
                <a:solidFill>
                  <a:srgbClr val="000000"/>
                </a:solidFill>
                <a:effectLst/>
                <a:uFillTx/>
                <a:latin typeface="Calibri Light"/>
              </a:rPr>
              <a:t>Implementation with sets</a:t>
            </a:r>
            <a:endParaRPr b="0" lang="en-US" sz="4400" strike="noStrike" u="none">
              <a:solidFill>
                <a:srgbClr val="000000"/>
              </a:solidFill>
              <a:effectLst/>
              <a:uFillTx/>
              <a:latin typeface="Arial"/>
            </a:endParaRPr>
          </a:p>
        </p:txBody>
      </p:sp>
      <p:sp>
        <p:nvSpPr>
          <p:cNvPr id="430" name="PlaceHolder 2"/>
          <p:cNvSpPr>
            <a:spLocks noGrp="1"/>
          </p:cNvSpPr>
          <p:nvPr>
            <p:ph type="dt" idx="134"/>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sp>
        <p:nvSpPr>
          <p:cNvPr id="431" name="TextBox 8"/>
          <p:cNvSpPr/>
          <p:nvPr/>
        </p:nvSpPr>
        <p:spPr>
          <a:xfrm>
            <a:off x="564840" y="4860720"/>
            <a:ext cx="9720000" cy="9424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CH" sz="2800" strike="noStrike" u="none">
                <a:solidFill>
                  <a:srgbClr val="000000"/>
                </a:solidFill>
                <a:effectLst/>
                <a:uFillTx/>
                <a:latin typeface="Calibri"/>
                <a:ea typeface="DejaVu Sans"/>
              </a:rPr>
              <a:t>What is the big-O complexity of this implementation?</a:t>
            </a:r>
            <a:endParaRPr b="0" lang="en-US" sz="2800" strike="noStrike" u="none">
              <a:solidFill>
                <a:srgbClr val="000000"/>
              </a:solidFill>
              <a:effectLst/>
              <a:uFillTx/>
              <a:latin typeface="Arial"/>
            </a:endParaRPr>
          </a:p>
          <a:p>
            <a:pPr>
              <a:lnSpc>
                <a:spcPct val="100000"/>
              </a:lnSpc>
            </a:pPr>
            <a:r>
              <a:rPr b="0" lang="en-CH" sz="2800" strike="noStrike" u="none">
                <a:solidFill>
                  <a:srgbClr val="000000"/>
                </a:solidFill>
                <a:effectLst/>
                <a:uFillTx/>
                <a:latin typeface="Calibri"/>
                <a:ea typeface="DejaVu Sans"/>
              </a:rPr>
              <a:t>N + N ~ </a:t>
            </a:r>
            <a:r>
              <a:rPr b="1" lang="en-CH" sz="2800" strike="noStrike" u="none">
                <a:solidFill>
                  <a:srgbClr val="000000"/>
                </a:solidFill>
                <a:effectLst/>
                <a:uFillTx/>
                <a:latin typeface="Calibri"/>
                <a:ea typeface="DejaVu Sans"/>
              </a:rPr>
              <a:t>O(N)</a:t>
            </a:r>
            <a:endParaRPr b="0" lang="en-US" sz="2800" strike="noStrike" u="none">
              <a:solidFill>
                <a:srgbClr val="000000"/>
              </a:solidFill>
              <a:effectLst/>
              <a:uFillTx/>
              <a:latin typeface="Arial"/>
            </a:endParaRPr>
          </a:p>
        </p:txBody>
      </p:sp>
      <p:pic>
        <p:nvPicPr>
          <p:cNvPr id="432" name="Picture 2" descr=""/>
          <p:cNvPicPr/>
          <p:nvPr/>
        </p:nvPicPr>
        <p:blipFill>
          <a:blip r:embed="rId2"/>
          <a:stretch/>
        </p:blipFill>
        <p:spPr>
          <a:xfrm>
            <a:off x="8621640" y="1311120"/>
            <a:ext cx="1674360" cy="808560"/>
          </a:xfrm>
          <a:prstGeom prst="rect">
            <a:avLst/>
          </a:prstGeom>
          <a:noFill/>
          <a:ln w="0">
            <a:noFill/>
          </a:ln>
        </p:spPr>
      </p:pic>
      <p:pic>
        <p:nvPicPr>
          <p:cNvPr id="433" name="Picture 7" descr=""/>
          <p:cNvPicPr/>
          <p:nvPr/>
        </p:nvPicPr>
        <p:blipFill>
          <a:blip r:embed="rId3"/>
          <a:srcRect l="218" t="0" r="0" b="0"/>
          <a:stretch/>
        </p:blipFill>
        <p:spPr>
          <a:xfrm>
            <a:off x="564840" y="1311480"/>
            <a:ext cx="6246360" cy="2094480"/>
          </a:xfrm>
          <a:prstGeom prst="rect">
            <a:avLst/>
          </a:prstGeom>
          <a:noFill/>
          <a:ln w="0">
            <a:noFill/>
          </a:ln>
        </p:spPr>
      </p:pic>
      <p:pic>
        <p:nvPicPr>
          <p:cNvPr id="434" name="Picture 9" descr=""/>
          <p:cNvPicPr/>
          <p:nvPr/>
        </p:nvPicPr>
        <p:blipFill>
          <a:blip r:embed="rId4"/>
          <a:srcRect l="0" t="1882" r="0" b="0"/>
          <a:stretch/>
        </p:blipFill>
        <p:spPr>
          <a:xfrm>
            <a:off x="564840" y="1997280"/>
            <a:ext cx="3801960" cy="1418040"/>
          </a:xfrm>
          <a:prstGeom prst="rect">
            <a:avLst/>
          </a:prstGeom>
          <a:noFill/>
          <a:ln w="0">
            <a:noFill/>
          </a:ln>
        </p:spPr>
      </p:pic>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1D93F117-EB4C-4FE9-BAEB-1950113FE8A7}" type="slidenum">
              <a:t>24</a:t>
            </a:fld>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5"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fontScale="92500" lnSpcReduction="9999"/>
          </a:bodyPr>
          <a:p>
            <a:pPr indent="0">
              <a:lnSpc>
                <a:spcPct val="90000"/>
              </a:lnSpc>
              <a:buNone/>
              <a:tabLst>
                <a:tab algn="l" pos="0"/>
              </a:tabLst>
            </a:pPr>
            <a:r>
              <a:rPr b="0" lang="en-CH" sz="4400" strike="noStrike" u="none">
                <a:solidFill>
                  <a:srgbClr val="000000"/>
                </a:solidFill>
                <a:effectLst/>
                <a:uFillTx/>
                <a:latin typeface="Calibri Light"/>
              </a:rPr>
              <a:t>Basic reference sheet about Python data structures </a:t>
            </a:r>
            <a:endParaRPr b="0" lang="en-US" sz="4400" strike="noStrike" u="none">
              <a:solidFill>
                <a:srgbClr val="000000"/>
              </a:solidFill>
              <a:effectLst/>
              <a:uFillTx/>
              <a:latin typeface="Arial"/>
            </a:endParaRPr>
          </a:p>
        </p:txBody>
      </p:sp>
      <p:sp>
        <p:nvSpPr>
          <p:cNvPr id="436" name="PlaceHolder 2"/>
          <p:cNvSpPr>
            <a:spLocks noGrp="1"/>
          </p:cNvSpPr>
          <p:nvPr>
            <p:ph type="dt" idx="135"/>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sp>
        <p:nvSpPr>
          <p:cNvPr id="437" name="TextBox 7"/>
          <p:cNvSpPr/>
          <p:nvPr/>
        </p:nvSpPr>
        <p:spPr>
          <a:xfrm>
            <a:off x="6672240" y="6329880"/>
            <a:ext cx="5399640" cy="363960"/>
          </a:xfrm>
          <a:prstGeom prst="rect">
            <a:avLst/>
          </a:prstGeom>
          <a:solidFill>
            <a:schemeClr val="bg1"/>
          </a:solidFill>
          <a:ln w="0">
            <a:noFill/>
          </a:ln>
        </p:spPr>
        <p:style>
          <a:lnRef idx="0"/>
          <a:fillRef idx="0"/>
          <a:effectRef idx="0"/>
          <a:fontRef idx="minor"/>
        </p:style>
        <p:txBody>
          <a:bodyPr lIns="90000" rIns="90000" tIns="45000" bIns="45000" anchor="t">
            <a:spAutoFit/>
          </a:bodyPr>
          <a:p>
            <a:pPr>
              <a:lnSpc>
                <a:spcPct val="100000"/>
              </a:lnSpc>
            </a:pPr>
            <a:r>
              <a:rPr b="0" lang="en-CH" sz="1800" strike="noStrike" u="none">
                <a:solidFill>
                  <a:srgbClr val="000000"/>
                </a:solidFill>
                <a:effectLst/>
                <a:uFillTx/>
                <a:latin typeface="Calibri"/>
                <a:ea typeface="DejaVu Sans"/>
              </a:rPr>
              <a:t>See also: https://wiki.python.org/moin/TimeComplexity</a:t>
            </a:r>
            <a:endParaRPr b="0" lang="en-US" sz="1800" strike="noStrike" u="none">
              <a:solidFill>
                <a:srgbClr val="000000"/>
              </a:solidFill>
              <a:effectLst/>
              <a:uFillTx/>
              <a:latin typeface="Arial"/>
            </a:endParaRPr>
          </a:p>
        </p:txBody>
      </p:sp>
      <p:graphicFrame>
        <p:nvGraphicFramePr>
          <p:cNvPr id="438" name="Table 8"/>
          <p:cNvGraphicFramePr/>
          <p:nvPr/>
        </p:nvGraphicFramePr>
        <p:xfrm>
          <a:off x="573840" y="2472480"/>
          <a:ext cx="5255640" cy="3547440"/>
        </p:xfrm>
        <a:graphic>
          <a:graphicData uri="http://schemas.openxmlformats.org/drawingml/2006/table">
            <a:tbl>
              <a:tblPr/>
              <a:tblGrid>
                <a:gridCol w="3713760"/>
                <a:gridCol w="1542240"/>
              </a:tblGrid>
              <a:tr h="489600">
                <a:tc>
                  <a:txBody>
                    <a:bodyPr anchor="ctr">
                      <a:noAutofit/>
                    </a:bodyPr>
                    <a:p>
                      <a:pPr>
                        <a:lnSpc>
                          <a:spcPct val="100000"/>
                        </a:lnSpc>
                      </a:pPr>
                      <a:r>
                        <a:rPr b="0" lang="en-CH" sz="2000" strike="noStrike" u="none">
                          <a:solidFill>
                            <a:srgbClr val="000000"/>
                          </a:solidFill>
                          <a:effectLst/>
                          <a:uFillTx/>
                          <a:latin typeface="Calibri"/>
                        </a:rPr>
                        <a:t>Getting an element by index</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b="0" lang="en-CH" sz="2000" strike="noStrike" u="none">
                          <a:solidFill>
                            <a:srgbClr val="000000"/>
                          </a:solidFill>
                          <a:effectLst/>
                          <a:uFillTx/>
                          <a:latin typeface="Calibri"/>
                        </a:rPr>
                        <a:t>O(1)</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489600">
                <a:tc>
                  <a:txBody>
                    <a:bodyPr anchor="ctr">
                      <a:noAutofit/>
                    </a:bodyPr>
                    <a:p>
                      <a:pPr>
                        <a:lnSpc>
                          <a:spcPct val="100000"/>
                        </a:lnSpc>
                      </a:pPr>
                      <a:r>
                        <a:rPr b="0" lang="en-CH" sz="2000" strike="noStrike" u="none">
                          <a:solidFill>
                            <a:srgbClr val="000000"/>
                          </a:solidFill>
                          <a:effectLst/>
                          <a:uFillTx/>
                          <a:latin typeface="Calibri"/>
                        </a:rPr>
                        <a:t>Appending</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b="0" lang="en-CH" sz="2000" strike="noStrike" u="none">
                          <a:solidFill>
                            <a:srgbClr val="000000"/>
                          </a:solidFill>
                          <a:effectLst/>
                          <a:uFillTx/>
                          <a:latin typeface="Calibri"/>
                        </a:rPr>
                        <a:t>O(1)</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489600">
                <a:tc>
                  <a:txBody>
                    <a:bodyPr anchor="ctr">
                      <a:noAutofit/>
                    </a:bodyPr>
                    <a:p>
                      <a:pPr>
                        <a:lnSpc>
                          <a:spcPct val="100000"/>
                        </a:lnSpc>
                      </a:pPr>
                      <a:r>
                        <a:rPr b="0" lang="en-CH" sz="2000" strike="noStrike" u="none">
                          <a:solidFill>
                            <a:srgbClr val="000000"/>
                          </a:solidFill>
                          <a:effectLst/>
                          <a:uFillTx/>
                          <a:latin typeface="Calibri"/>
                        </a:rPr>
                        <a:t>Inserting an element at index</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b="0" lang="en-CH" sz="2000" strike="noStrike" u="none">
                          <a:solidFill>
                            <a:srgbClr val="000000"/>
                          </a:solidFill>
                          <a:effectLst/>
                          <a:uFillTx/>
                          <a:latin typeface="Calibri"/>
                        </a:rPr>
                        <a:t>O(n)</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489600">
                <a:tc>
                  <a:txBody>
                    <a:bodyPr anchor="ctr">
                      <a:noAutofit/>
                    </a:bodyPr>
                    <a:p>
                      <a:pPr>
                        <a:lnSpc>
                          <a:spcPct val="100000"/>
                        </a:lnSpc>
                      </a:pPr>
                      <a:r>
                        <a:rPr b="0" lang="en-CH" sz="2000" strike="noStrike" u="none">
                          <a:solidFill>
                            <a:srgbClr val="000000"/>
                          </a:solidFill>
                          <a:effectLst/>
                          <a:uFillTx/>
                          <a:latin typeface="Calibri"/>
                        </a:rPr>
                        <a:t>Sorting</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b="0" lang="en-CH" sz="2000" strike="noStrike" u="none">
                          <a:solidFill>
                            <a:srgbClr val="000000"/>
                          </a:solidFill>
                          <a:effectLst/>
                          <a:uFillTx/>
                          <a:latin typeface="Calibri"/>
                        </a:rPr>
                        <a:t>O(n log n)</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1085040">
                <a:tc>
                  <a:txBody>
                    <a:bodyPr anchor="ctr">
                      <a:noAutofit/>
                    </a:bodyPr>
                    <a:p>
                      <a:pPr>
                        <a:lnSpc>
                          <a:spcPct val="100000"/>
                        </a:lnSpc>
                      </a:pPr>
                      <a:r>
                        <a:rPr b="0" lang="en-CH" sz="2000" strike="noStrike" u="none">
                          <a:solidFill>
                            <a:srgbClr val="000000"/>
                          </a:solidFill>
                          <a:effectLst/>
                          <a:uFillTx/>
                          <a:latin typeface="Calibri"/>
                        </a:rPr>
                        <a:t>Finding an element by value</a:t>
                      </a:r>
                      <a:br>
                        <a:rPr sz="2000"/>
                      </a:br>
                      <a:r>
                        <a:rPr b="0" lang="en-CH" sz="2000" strike="noStrike" u="none">
                          <a:solidFill>
                            <a:srgbClr val="000000"/>
                          </a:solidFill>
                          <a:effectLst/>
                          <a:uFillTx/>
                          <a:latin typeface="Calibri"/>
                        </a:rPr>
                        <a:t>(e.g., “if element in my_list: …”, list.index, etc.)</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b="0" lang="en-CH" sz="2000" strike="noStrike" u="none">
                          <a:solidFill>
                            <a:srgbClr val="000000"/>
                          </a:solidFill>
                          <a:effectLst/>
                          <a:uFillTx/>
                          <a:latin typeface="Calibri"/>
                        </a:rPr>
                        <a:t>O(n)</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04000">
                <a:tc>
                  <a:txBody>
                    <a:bodyPr anchor="ctr">
                      <a:noAutofit/>
                    </a:bodyPr>
                    <a:p>
                      <a:pPr>
                        <a:lnSpc>
                          <a:spcPct val="100000"/>
                        </a:lnSpc>
                      </a:pPr>
                      <a:r>
                        <a:rPr b="0" lang="en-CH" sz="2000" strike="noStrike" u="none">
                          <a:solidFill>
                            <a:srgbClr val="000000"/>
                          </a:solidFill>
                          <a:effectLst/>
                          <a:uFillTx/>
                          <a:latin typeface="Calibri"/>
                        </a:rPr>
                        <a:t>Copy a list</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b="0" lang="en-CH" sz="2000" strike="noStrike" u="none">
                          <a:solidFill>
                            <a:srgbClr val="000000"/>
                          </a:solidFill>
                          <a:effectLst/>
                          <a:uFillTx/>
                          <a:latin typeface="Calibri"/>
                        </a:rPr>
                        <a:t>O(n)</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bl>
          </a:graphicData>
        </a:graphic>
      </p:graphicFrame>
      <p:sp>
        <p:nvSpPr>
          <p:cNvPr id="439" name="TextBox 10"/>
          <p:cNvSpPr/>
          <p:nvPr/>
        </p:nvSpPr>
        <p:spPr>
          <a:xfrm>
            <a:off x="479520" y="1401840"/>
            <a:ext cx="5399640" cy="9424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CH" sz="2800" strike="noStrike" u="none">
                <a:solidFill>
                  <a:srgbClr val="000000"/>
                </a:solidFill>
                <a:effectLst/>
                <a:uFillTx/>
                <a:latin typeface="Calibri"/>
                <a:ea typeface="DejaVu Sans"/>
              </a:rPr>
              <a:t>Lists: collection of ordered, arbitrary data</a:t>
            </a:r>
            <a:endParaRPr b="0" lang="en-US" sz="2800" strike="noStrike" u="none">
              <a:solidFill>
                <a:srgbClr val="000000"/>
              </a:solidFill>
              <a:effectLst/>
              <a:uFillTx/>
              <a:latin typeface="Arial"/>
            </a:endParaRPr>
          </a:p>
        </p:txBody>
      </p:sp>
      <p:graphicFrame>
        <p:nvGraphicFramePr>
          <p:cNvPr id="440" name="Table 11"/>
          <p:cNvGraphicFramePr/>
          <p:nvPr/>
        </p:nvGraphicFramePr>
        <p:xfrm>
          <a:off x="6311880" y="1971720"/>
          <a:ext cx="5255640" cy="1686960"/>
        </p:xfrm>
        <a:graphic>
          <a:graphicData uri="http://schemas.openxmlformats.org/drawingml/2006/table">
            <a:tbl>
              <a:tblPr/>
              <a:tblGrid>
                <a:gridCol w="3713760"/>
                <a:gridCol w="1542240"/>
              </a:tblGrid>
              <a:tr h="418680">
                <a:tc>
                  <a:txBody>
                    <a:bodyPr anchor="ctr">
                      <a:noAutofit/>
                    </a:bodyPr>
                    <a:p>
                      <a:pPr>
                        <a:lnSpc>
                          <a:spcPct val="100000"/>
                        </a:lnSpc>
                      </a:pPr>
                      <a:r>
                        <a:rPr b="0" lang="en-CH" sz="2000" strike="noStrike" u="none">
                          <a:solidFill>
                            <a:srgbClr val="000000"/>
                          </a:solidFill>
                          <a:effectLst/>
                          <a:uFillTx/>
                          <a:latin typeface="Calibri"/>
                        </a:rPr>
                        <a:t>Inserting</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b="0" lang="en-CH" sz="2000" strike="noStrike" u="none">
                          <a:solidFill>
                            <a:srgbClr val="000000"/>
                          </a:solidFill>
                          <a:effectLst/>
                          <a:uFillTx/>
                          <a:latin typeface="Calibri"/>
                        </a:rPr>
                        <a:t>O(1)</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738720">
                <a:tc>
                  <a:txBody>
                    <a:bodyPr anchor="ctr">
                      <a:noAutofit/>
                    </a:bodyPr>
                    <a:p>
                      <a:pPr>
                        <a:lnSpc>
                          <a:spcPct val="100000"/>
                        </a:lnSpc>
                      </a:pPr>
                      <a:r>
                        <a:rPr b="0" lang="en-CH" sz="2000" strike="noStrike" u="none">
                          <a:solidFill>
                            <a:srgbClr val="000000"/>
                          </a:solidFill>
                          <a:effectLst/>
                          <a:uFillTx/>
                          <a:latin typeface="Calibri"/>
                        </a:rPr>
                        <a:t>Finding a value by key</a:t>
                      </a:r>
                      <a:br>
                        <a:rPr sz="2000"/>
                      </a:br>
                      <a:r>
                        <a:rPr b="0" lang="en-CH" sz="2000" strike="noStrike" u="none">
                          <a:solidFill>
                            <a:srgbClr val="000000"/>
                          </a:solidFill>
                          <a:effectLst/>
                          <a:uFillTx/>
                          <a:latin typeface="Calibri"/>
                        </a:rPr>
                        <a:t>(e.g., “if element in my_dict: …”)</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b="0" lang="en-CH" sz="2000" strike="noStrike" u="none">
                          <a:solidFill>
                            <a:srgbClr val="000000"/>
                          </a:solidFill>
                          <a:effectLst/>
                          <a:uFillTx/>
                          <a:latin typeface="Calibri"/>
                        </a:rPr>
                        <a:t>O(1)</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529560">
                <a:tc>
                  <a:txBody>
                    <a:bodyPr anchor="ctr">
                      <a:noAutofit/>
                    </a:bodyPr>
                    <a:p>
                      <a:pPr>
                        <a:lnSpc>
                          <a:spcPct val="100000"/>
                        </a:lnSpc>
                      </a:pPr>
                      <a:r>
                        <a:rPr b="0" lang="en-CH" sz="2000" strike="noStrike" u="none">
                          <a:solidFill>
                            <a:srgbClr val="000000"/>
                          </a:solidFill>
                          <a:effectLst/>
                          <a:uFillTx/>
                          <a:latin typeface="Calibri"/>
                        </a:rPr>
                        <a:t>Create dictionary from lists</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b="0" lang="en-CH" sz="2000" strike="noStrike" u="none">
                          <a:solidFill>
                            <a:srgbClr val="000000"/>
                          </a:solidFill>
                          <a:effectLst/>
                          <a:uFillTx/>
                          <a:latin typeface="Calibri"/>
                        </a:rPr>
                        <a:t>O(n)</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bl>
          </a:graphicData>
        </a:graphic>
      </p:graphicFrame>
      <p:graphicFrame>
        <p:nvGraphicFramePr>
          <p:cNvPr id="441" name="Table 12"/>
          <p:cNvGraphicFramePr/>
          <p:nvPr/>
        </p:nvGraphicFramePr>
        <p:xfrm>
          <a:off x="6311880" y="4469760"/>
          <a:ext cx="5255640" cy="1538640"/>
        </p:xfrm>
        <a:graphic>
          <a:graphicData uri="http://schemas.openxmlformats.org/drawingml/2006/table">
            <a:tbl>
              <a:tblPr/>
              <a:tblGrid>
                <a:gridCol w="3713760"/>
                <a:gridCol w="1542240"/>
              </a:tblGrid>
              <a:tr h="351360">
                <a:tc>
                  <a:txBody>
                    <a:bodyPr anchor="ctr">
                      <a:noAutofit/>
                    </a:bodyPr>
                    <a:p>
                      <a:pPr>
                        <a:lnSpc>
                          <a:spcPct val="100000"/>
                        </a:lnSpc>
                      </a:pPr>
                      <a:r>
                        <a:rPr b="0" lang="en-CH" sz="2000" strike="noStrike" u="none">
                          <a:solidFill>
                            <a:srgbClr val="000000"/>
                          </a:solidFill>
                          <a:effectLst/>
                          <a:uFillTx/>
                          <a:latin typeface="Calibri"/>
                        </a:rPr>
                        <a:t>Inserting</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b="0" lang="en-CH" sz="2000" strike="noStrike" u="none">
                          <a:solidFill>
                            <a:srgbClr val="000000"/>
                          </a:solidFill>
                          <a:effectLst/>
                          <a:uFillTx/>
                          <a:latin typeface="Calibri"/>
                        </a:rPr>
                        <a:t>O(1)</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612720">
                <a:tc>
                  <a:txBody>
                    <a:bodyPr anchor="ctr">
                      <a:noAutofit/>
                    </a:bodyPr>
                    <a:p>
                      <a:pPr>
                        <a:lnSpc>
                          <a:spcPct val="100000"/>
                        </a:lnSpc>
                      </a:pPr>
                      <a:r>
                        <a:rPr b="0" lang="en-CH" sz="2000" strike="noStrike" u="none">
                          <a:solidFill>
                            <a:srgbClr val="000000"/>
                          </a:solidFill>
                          <a:effectLst/>
                          <a:uFillTx/>
                          <a:latin typeface="Calibri"/>
                        </a:rPr>
                        <a:t>Finding a value by key</a:t>
                      </a:r>
                      <a:br>
                        <a:rPr sz="2000"/>
                      </a:br>
                      <a:r>
                        <a:rPr b="0" lang="en-CH" sz="2000" strike="noStrike" u="none">
                          <a:solidFill>
                            <a:srgbClr val="000000"/>
                          </a:solidFill>
                          <a:effectLst/>
                          <a:uFillTx/>
                          <a:latin typeface="Calibri"/>
                        </a:rPr>
                        <a:t>(e.g., “if element in my_set: …”)</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b="0" lang="en-CH" sz="2000" strike="noStrike" u="none">
                          <a:solidFill>
                            <a:srgbClr val="000000"/>
                          </a:solidFill>
                          <a:effectLst/>
                          <a:uFillTx/>
                          <a:latin typeface="Calibri"/>
                        </a:rPr>
                        <a:t>O(1)</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r h="440280">
                <a:tc>
                  <a:txBody>
                    <a:bodyPr anchor="ctr">
                      <a:noAutofit/>
                    </a:bodyPr>
                    <a:p>
                      <a:pPr>
                        <a:lnSpc>
                          <a:spcPct val="100000"/>
                        </a:lnSpc>
                      </a:pPr>
                      <a:r>
                        <a:rPr b="0" lang="en-CH" sz="2000" strike="noStrike" u="none">
                          <a:solidFill>
                            <a:srgbClr val="000000"/>
                          </a:solidFill>
                          <a:effectLst/>
                          <a:uFillTx/>
                          <a:latin typeface="Calibri"/>
                        </a:rPr>
                        <a:t>Create set from list</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c>
                  <a:txBody>
                    <a:bodyPr anchor="ctr">
                      <a:noAutofit/>
                    </a:bodyPr>
                    <a:p>
                      <a:pPr>
                        <a:lnSpc>
                          <a:spcPct val="100000"/>
                        </a:lnSpc>
                      </a:pPr>
                      <a:r>
                        <a:rPr b="0" lang="en-CH" sz="2000" strike="noStrike" u="none">
                          <a:solidFill>
                            <a:srgbClr val="000000"/>
                          </a:solidFill>
                          <a:effectLst/>
                          <a:uFillTx/>
                          <a:latin typeface="Calibri"/>
                        </a:rPr>
                        <a:t>O(n)</a:t>
                      </a:r>
                      <a:endParaRPr b="0" lang="en-US" sz="2000" strike="noStrike" u="none">
                        <a:solidFill>
                          <a:srgbClr val="000000"/>
                        </a:solidFill>
                        <a:effectLst/>
                        <a:uFillTx/>
                        <a:latin typeface="Arial"/>
                      </a:endParaRPr>
                    </a:p>
                  </a:txBody>
                  <a:tcPr anchor="ctr" marL="91440" marR="91440">
                    <a:lnL w="12240">
                      <a:solidFill>
                        <a:srgbClr val="000000"/>
                      </a:solidFill>
                      <a:prstDash val="solid"/>
                    </a:lnL>
                    <a:lnR w="12240">
                      <a:solidFill>
                        <a:srgbClr val="000000"/>
                      </a:solidFill>
                      <a:prstDash val="solid"/>
                    </a:lnR>
                    <a:lnT w="12240">
                      <a:solidFill>
                        <a:srgbClr val="000000"/>
                      </a:solidFill>
                      <a:prstDash val="solid"/>
                    </a:lnT>
                    <a:lnB w="12240">
                      <a:solidFill>
                        <a:srgbClr val="000000"/>
                      </a:solidFill>
                      <a:prstDash val="solid"/>
                    </a:lnB>
                    <a:solidFill>
                      <a:srgbClr val="ffffff"/>
                    </a:solidFill>
                  </a:tcPr>
                </a:tc>
              </a:tr>
            </a:tbl>
          </a:graphicData>
        </a:graphic>
      </p:graphicFrame>
      <p:sp>
        <p:nvSpPr>
          <p:cNvPr id="442" name="TextBox 13"/>
          <p:cNvSpPr/>
          <p:nvPr/>
        </p:nvSpPr>
        <p:spPr>
          <a:xfrm>
            <a:off x="6239880" y="1401840"/>
            <a:ext cx="5012280" cy="5158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CH" sz="2800" strike="noStrike" u="none">
                <a:solidFill>
                  <a:srgbClr val="000000"/>
                </a:solidFill>
                <a:effectLst/>
                <a:uFillTx/>
                <a:latin typeface="Calibri"/>
                <a:ea typeface="DejaVu Sans"/>
              </a:rPr>
              <a:t>Dictionaries (“hashmaps”)</a:t>
            </a:r>
            <a:endParaRPr b="0" lang="en-US" sz="2800" strike="noStrike" u="none">
              <a:solidFill>
                <a:srgbClr val="000000"/>
              </a:solidFill>
              <a:effectLst/>
              <a:uFillTx/>
              <a:latin typeface="Arial"/>
            </a:endParaRPr>
          </a:p>
        </p:txBody>
      </p:sp>
      <p:sp>
        <p:nvSpPr>
          <p:cNvPr id="443" name="TextBox 14"/>
          <p:cNvSpPr/>
          <p:nvPr/>
        </p:nvSpPr>
        <p:spPr>
          <a:xfrm>
            <a:off x="6239880" y="3885840"/>
            <a:ext cx="5687640" cy="51588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b="0" lang="en-CH" sz="2800" strike="noStrike" u="none">
                <a:solidFill>
                  <a:srgbClr val="000000"/>
                </a:solidFill>
                <a:effectLst/>
                <a:uFillTx/>
                <a:latin typeface="Calibri"/>
                <a:ea typeface="DejaVu Sans"/>
              </a:rPr>
              <a:t>Sets: </a:t>
            </a:r>
            <a:r>
              <a:rPr b="0" lang="en-US" sz="2800" strike="noStrike" u="none">
                <a:solidFill>
                  <a:srgbClr val="000000"/>
                </a:solidFill>
                <a:effectLst/>
                <a:uFillTx/>
                <a:latin typeface="Calibri"/>
                <a:ea typeface="DejaVu Sans"/>
              </a:rPr>
              <a:t>it’s dictionaries without values</a:t>
            </a:r>
            <a:endParaRPr b="0" lang="en-US" sz="2800" strike="noStrike" u="none">
              <a:solidFill>
                <a:srgbClr val="000000"/>
              </a:solidFill>
              <a:effectLst/>
              <a:uFillTx/>
              <a:latin typeface="Arial"/>
            </a:endParaRPr>
          </a:p>
        </p:txBody>
      </p:sp>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955010CB-48C0-4323-B173-C3726B2E55AA}" type="slidenum">
              <a:t>25</a:t>
            </a:fld>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4" name="Rectangle 7"/>
          <p:cNvSpPr/>
          <p:nvPr/>
        </p:nvSpPr>
        <p:spPr>
          <a:xfrm>
            <a:off x="7428240" y="205920"/>
            <a:ext cx="4537800" cy="989280"/>
          </a:xfrm>
          <a:prstGeom prst="rect">
            <a:avLst/>
          </a:prstGeom>
          <a:solidFill>
            <a:schemeClr val="accent6">
              <a:lumMod val="40000"/>
              <a:lumOff val="60000"/>
            </a:schemeClr>
          </a:solidFill>
          <a:ln w="38100">
            <a:solidFill>
              <a:srgbClr val="000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DE" sz="1800" strike="noStrike" u="none">
              <a:solidFill>
                <a:srgbClr val="000000"/>
              </a:solidFill>
              <a:effectLst/>
              <a:uFillTx/>
              <a:latin typeface="Courier New"/>
              <a:ea typeface="DejaVu Sans"/>
            </a:endParaRPr>
          </a:p>
        </p:txBody>
      </p:sp>
      <p:sp>
        <p:nvSpPr>
          <p:cNvPr id="445" name="PlaceHolder 1"/>
          <p:cNvSpPr>
            <a:spLocks noGrp="1"/>
          </p:cNvSpPr>
          <p:nvPr>
            <p:ph/>
          </p:nvPr>
        </p:nvSpPr>
        <p:spPr>
          <a:xfrm>
            <a:off x="838080" y="1772640"/>
            <a:ext cx="10514520" cy="4403160"/>
          </a:xfrm>
          <a:prstGeom prst="rect">
            <a:avLst/>
          </a:prstGeom>
          <a:noFill/>
          <a:ln w="0">
            <a:noFill/>
          </a:ln>
        </p:spPr>
        <p:txBody>
          <a:bodyPr lIns="90000" rIns="90000" tIns="45000" bIns="45000" anchor="t">
            <a:noAutofit/>
          </a:bodyPr>
          <a:p>
            <a:pPr marL="228600" indent="-228600">
              <a:lnSpc>
                <a:spcPct val="90000"/>
              </a:lnSpc>
              <a:spcBef>
                <a:spcPts val="1001"/>
              </a:spcBef>
              <a:buClr>
                <a:srgbClr val="000000"/>
              </a:buClr>
              <a:buFont typeface="Arial"/>
              <a:buChar char="•"/>
            </a:pPr>
            <a:r>
              <a:rPr b="0" lang="en-CH" sz="2800" strike="noStrike" u="none">
                <a:solidFill>
                  <a:srgbClr val="000000"/>
                </a:solidFill>
                <a:effectLst/>
                <a:uFillTx/>
                <a:latin typeface="Calibri"/>
              </a:rPr>
              <a:t>Open the notebook </a:t>
            </a:r>
            <a:r>
              <a:rPr b="0" lang="en-CH" sz="2800" strike="noStrike" u="none">
                <a:solidFill>
                  <a:srgbClr val="000000"/>
                </a:solidFill>
                <a:effectLst/>
                <a:uFillTx/>
                <a:latin typeface="Consolas"/>
              </a:rPr>
              <a:t>match_tarots</a:t>
            </a:r>
            <a:r>
              <a:rPr b="0" lang="en-CH" sz="2800" strike="noStrike" u="none">
                <a:solidFill>
                  <a:srgbClr val="000000"/>
                </a:solidFill>
                <a:effectLst/>
                <a:uFillTx/>
                <a:latin typeface="Calibri"/>
              </a:rPr>
              <a:t>, and follow the instructions!</a:t>
            </a:r>
            <a:endParaRPr b="0" lang="en-US" sz="2800" strike="noStrike" u="none">
              <a:solidFill>
                <a:srgbClr val="000000"/>
              </a:solidFill>
              <a:effectLst/>
              <a:uFillTx/>
              <a:latin typeface="Arial"/>
            </a:endParaRPr>
          </a:p>
          <a:p>
            <a:pPr indent="0">
              <a:lnSpc>
                <a:spcPct val="90000"/>
              </a:lnSpc>
              <a:spcBef>
                <a:spcPts val="1001"/>
              </a:spcBef>
              <a:buNone/>
              <a:tabLst>
                <a:tab algn="l" pos="0"/>
              </a:tabLst>
            </a:pPr>
            <a:endParaRPr b="0" lang="en-US" sz="2800" strike="noStrike" u="none">
              <a:solidFill>
                <a:srgbClr val="000000"/>
              </a:solidFill>
              <a:effectLst/>
              <a:uFillTx/>
              <a:latin typeface="Arial"/>
            </a:endParaRPr>
          </a:p>
          <a:p>
            <a:pPr marL="228600" indent="-228600">
              <a:lnSpc>
                <a:spcPct val="90000"/>
              </a:lnSpc>
              <a:spcBef>
                <a:spcPts val="1001"/>
              </a:spcBef>
              <a:buClr>
                <a:srgbClr val="000000"/>
              </a:buClr>
              <a:buFont typeface="Arial"/>
              <a:buChar char="•"/>
              <a:tabLst>
                <a:tab algn="l" pos="0"/>
              </a:tabLst>
            </a:pPr>
            <a:r>
              <a:rPr b="0" lang="en-US" sz="2800" strike="noStrike" u="none">
                <a:solidFill>
                  <a:srgbClr val="000000"/>
                </a:solidFill>
                <a:effectLst/>
                <a:uFillTx/>
                <a:latin typeface="Calibri"/>
              </a:rPr>
              <a:t>Submit a PR for Issue #1 on </a:t>
            </a:r>
            <a:br>
              <a:rPr sz="2800"/>
            </a:br>
            <a:r>
              <a:rPr b="0" lang="en-US" sz="2800" strike="noStrike" u="none">
                <a:solidFill>
                  <a:srgbClr val="000000"/>
                </a:solidFill>
                <a:effectLst/>
                <a:uFillTx/>
                <a:latin typeface="Consolas"/>
              </a:rPr>
              <a:t>git.aspp.school/ASPP/2025-plovdiv-data</a:t>
            </a:r>
            <a:endParaRPr b="0" lang="en-US" sz="2800" strike="noStrike" u="none">
              <a:solidFill>
                <a:srgbClr val="000000"/>
              </a:solidFill>
              <a:effectLst/>
              <a:uFillTx/>
              <a:latin typeface="Arial"/>
            </a:endParaRPr>
          </a:p>
          <a:p>
            <a:pPr indent="0">
              <a:lnSpc>
                <a:spcPct val="90000"/>
              </a:lnSpc>
              <a:spcBef>
                <a:spcPts val="1001"/>
              </a:spcBef>
              <a:buNone/>
              <a:tabLst>
                <a:tab algn="l" pos="0"/>
              </a:tabLst>
            </a:pPr>
            <a:endParaRPr b="0" lang="en-US" sz="2800" strike="noStrike" u="none">
              <a:solidFill>
                <a:srgbClr val="000000"/>
              </a:solidFill>
              <a:effectLst/>
              <a:uFillTx/>
              <a:latin typeface="Arial"/>
            </a:endParaRPr>
          </a:p>
          <a:p>
            <a:pPr indent="0">
              <a:lnSpc>
                <a:spcPct val="90000"/>
              </a:lnSpc>
              <a:spcBef>
                <a:spcPts val="1001"/>
              </a:spcBef>
              <a:buNone/>
              <a:tabLst>
                <a:tab algn="l" pos="0"/>
              </a:tabLst>
            </a:pPr>
            <a:endParaRPr b="0" lang="en-US" sz="2800" strike="noStrike" u="none">
              <a:solidFill>
                <a:srgbClr val="000000"/>
              </a:solidFill>
              <a:effectLst/>
              <a:uFillTx/>
              <a:latin typeface="Arial"/>
            </a:endParaRPr>
          </a:p>
          <a:p>
            <a:pPr indent="0">
              <a:lnSpc>
                <a:spcPct val="90000"/>
              </a:lnSpc>
              <a:spcBef>
                <a:spcPts val="1001"/>
              </a:spcBef>
              <a:buNone/>
              <a:tabLst>
                <a:tab algn="l" pos="0"/>
              </a:tabLst>
            </a:pPr>
            <a:endParaRPr b="0" lang="en-US" sz="2800" strike="noStrike" u="none">
              <a:solidFill>
                <a:srgbClr val="000000"/>
              </a:solidFill>
              <a:effectLst/>
              <a:uFillTx/>
              <a:latin typeface="Arial"/>
            </a:endParaRPr>
          </a:p>
        </p:txBody>
      </p:sp>
      <p:sp>
        <p:nvSpPr>
          <p:cNvPr id="446" name="PlaceHolder 2"/>
          <p:cNvSpPr>
            <a:spLocks noGrp="1"/>
          </p:cNvSpPr>
          <p:nvPr>
            <p:ph type="dt" idx="136"/>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sp>
        <p:nvSpPr>
          <p:cNvPr id="447" name="TextBox 8"/>
          <p:cNvSpPr/>
          <p:nvPr/>
        </p:nvSpPr>
        <p:spPr>
          <a:xfrm>
            <a:off x="7930800" y="224640"/>
            <a:ext cx="1778400" cy="3639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1" lang="en-DE" sz="1800" strike="noStrike" u="none">
                <a:solidFill>
                  <a:srgbClr val="000000"/>
                </a:solidFill>
                <a:effectLst/>
                <a:uFillTx/>
                <a:latin typeface="Courier New"/>
                <a:ea typeface="DejaVu Sans"/>
              </a:rPr>
              <a:t>Exercise</a:t>
            </a:r>
            <a:endParaRPr b="0" lang="en-US" sz="1800" strike="noStrike" u="none">
              <a:solidFill>
                <a:srgbClr val="000000"/>
              </a:solidFill>
              <a:effectLst/>
              <a:uFillTx/>
              <a:latin typeface="Arial"/>
            </a:endParaRPr>
          </a:p>
        </p:txBody>
      </p:sp>
      <p:pic>
        <p:nvPicPr>
          <p:cNvPr id="448" name="Graphic 10" descr=""/>
          <p:cNvPicPr/>
          <p:nvPr/>
        </p:nvPicPr>
        <p:blipFill>
          <a:blip r:embed="rId1"/>
          <a:stretch/>
        </p:blipFill>
        <p:spPr>
          <a:xfrm>
            <a:off x="7474680" y="273960"/>
            <a:ext cx="693360" cy="554400"/>
          </a:xfrm>
          <a:prstGeom prst="rect">
            <a:avLst/>
          </a:prstGeom>
          <a:noFill/>
          <a:ln w="0">
            <a:noFill/>
          </a:ln>
        </p:spPr>
      </p:pic>
      <p:sp>
        <p:nvSpPr>
          <p:cNvPr id="449" name="TextBox 12"/>
          <p:cNvSpPr/>
          <p:nvPr/>
        </p:nvSpPr>
        <p:spPr>
          <a:xfrm>
            <a:off x="8301960" y="542880"/>
            <a:ext cx="3481560" cy="30240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0" lang="en-GB" sz="1400" strike="noStrike" u="none">
                <a:solidFill>
                  <a:srgbClr val="000000"/>
                </a:solidFill>
                <a:effectLst/>
                <a:uFillTx/>
                <a:latin typeface="Courier New"/>
                <a:ea typeface="DejaVu Sans"/>
              </a:rPr>
              <a:t>exercises/match_tarots</a:t>
            </a:r>
            <a:endParaRPr b="0" lang="en-US" sz="1400" strike="noStrike" u="none">
              <a:solidFill>
                <a:srgbClr val="000000"/>
              </a:solidFill>
              <a:effectLst/>
              <a:uFillTx/>
              <a:latin typeface="Arial"/>
            </a:endParaRPr>
          </a:p>
        </p:txBody>
      </p:sp>
      <p:sp>
        <p:nvSpPr>
          <p:cNvPr id="450" name="PlaceHolder 3"/>
          <p:cNvSpPr>
            <a:spLocks noGrp="1"/>
          </p:cNvSpPr>
          <p:nvPr>
            <p:ph type="title"/>
          </p:nvPr>
        </p:nvSpPr>
        <p:spPr>
          <a:xfrm>
            <a:off x="346680" y="365040"/>
            <a:ext cx="6756120" cy="952200"/>
          </a:xfrm>
          <a:prstGeom prst="rect">
            <a:avLst/>
          </a:prstGeom>
          <a:noFill/>
          <a:ln w="0">
            <a:noFill/>
          </a:ln>
        </p:spPr>
        <p:txBody>
          <a:bodyPr lIns="90000" rIns="90000" tIns="45000" bIns="45000" anchor="ctr">
            <a:normAutofit fontScale="70000" lnSpcReduction="19999"/>
          </a:bodyPr>
          <a:p>
            <a:pPr indent="0">
              <a:lnSpc>
                <a:spcPct val="90000"/>
              </a:lnSpc>
              <a:buNone/>
              <a:tabLst>
                <a:tab algn="l" pos="0"/>
              </a:tabLst>
            </a:pPr>
            <a:r>
              <a:rPr b="1" lang="en-US" sz="4400" strike="noStrike" u="none">
                <a:solidFill>
                  <a:srgbClr val="000000"/>
                </a:solidFill>
                <a:effectLst/>
                <a:uFillTx/>
                <a:latin typeface="Calibri Light"/>
              </a:rPr>
              <a:t>Hands-on</a:t>
            </a:r>
            <a:br>
              <a:rPr sz="4400"/>
            </a:br>
            <a:endParaRPr b="0" lang="en-US" sz="4400" strike="noStrike" u="none">
              <a:solidFill>
                <a:srgbClr val="000000"/>
              </a:solidFill>
              <a:effectLst/>
              <a:uFillTx/>
              <a:latin typeface="Arial"/>
            </a:endParaRPr>
          </a:p>
        </p:txBody>
      </p:sp>
      <p:sp>
        <p:nvSpPr>
          <p:cNvPr id="5" name="PlaceHolder 4"/>
          <p:cNvSpPr>
            <a:spLocks noGrp="1"/>
          </p:cNvSpPr>
          <p:nvPr>
            <p:ph type="ftr" idx="37"/>
          </p:nvPr>
        </p:nvSpPr>
        <p:spPr/>
        <p:txBody>
          <a:bodyPr/>
          <a:p>
            <a:r>
              <a:t>Data, v1.0</a:t>
            </a:r>
          </a:p>
        </p:txBody>
      </p:sp>
      <p:sp>
        <p:nvSpPr>
          <p:cNvPr id="6" name="PlaceHolder 5"/>
          <p:cNvSpPr>
            <a:spLocks noGrp="1"/>
          </p:cNvSpPr>
          <p:nvPr>
            <p:ph type="sldNum" idx="38"/>
          </p:nvPr>
        </p:nvSpPr>
        <p:spPr/>
        <p:txBody>
          <a:bodyPr/>
          <a:p>
            <a:fld id="{18439ADA-398D-4781-A9BF-8204C07351FF}" type="slidenum">
              <a:t>26</a:t>
            </a:fld>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1"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fontScale="92500" lnSpcReduction="9999"/>
          </a:bodyPr>
          <a:p>
            <a:pPr indent="0">
              <a:lnSpc>
                <a:spcPct val="90000"/>
              </a:lnSpc>
              <a:buNone/>
              <a:tabLst>
                <a:tab algn="l" pos="0"/>
              </a:tabLst>
            </a:pPr>
            <a:r>
              <a:rPr b="0" lang="en-CH" sz="4400" strike="noStrike" u="none">
                <a:solidFill>
                  <a:srgbClr val="000000"/>
                </a:solidFill>
                <a:effectLst/>
                <a:uFillTx/>
                <a:latin typeface="Calibri Light"/>
              </a:rPr>
              <a:t>How does rewriting in C change the performance?</a:t>
            </a:r>
            <a:br>
              <a:rPr sz="4400"/>
            </a:br>
            <a:r>
              <a:rPr b="0" lang="en-CH" sz="3100" strike="noStrike" u="none">
                <a:solidFill>
                  <a:srgbClr val="000000"/>
                </a:solidFill>
                <a:effectLst/>
                <a:uFillTx/>
                <a:latin typeface="Calibri Light"/>
              </a:rPr>
              <a:t>(rewriting in C, parallelization; same algorithm)</a:t>
            </a:r>
            <a:endParaRPr b="0" lang="en-US" sz="3100" strike="noStrike" u="none">
              <a:solidFill>
                <a:srgbClr val="000000"/>
              </a:solidFill>
              <a:effectLst/>
              <a:uFillTx/>
              <a:latin typeface="Arial"/>
            </a:endParaRPr>
          </a:p>
        </p:txBody>
      </p:sp>
      <p:sp>
        <p:nvSpPr>
          <p:cNvPr id="452" name="PlaceHolder 2"/>
          <p:cNvSpPr>
            <a:spLocks noGrp="1"/>
          </p:cNvSpPr>
          <p:nvPr>
            <p:ph type="dt" idx="137"/>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pic>
        <p:nvPicPr>
          <p:cNvPr id="453" name="Picture 2" descr="Image"/>
          <p:cNvPicPr/>
          <p:nvPr/>
        </p:nvPicPr>
        <p:blipFill>
          <a:blip r:embed="rId1"/>
          <a:stretch/>
        </p:blipFill>
        <p:spPr>
          <a:xfrm>
            <a:off x="6888240" y="1484640"/>
            <a:ext cx="4521600" cy="4521600"/>
          </a:xfrm>
          <a:prstGeom prst="rect">
            <a:avLst/>
          </a:prstGeom>
          <a:noFill/>
          <a:ln w="0">
            <a:noFill/>
          </a:ln>
        </p:spPr>
      </p:pic>
      <p:sp>
        <p:nvSpPr>
          <p:cNvPr id="454" name="TextBox 6"/>
          <p:cNvSpPr/>
          <p:nvPr/>
        </p:nvSpPr>
        <p:spPr>
          <a:xfrm>
            <a:off x="8153280" y="1946880"/>
            <a:ext cx="1648080" cy="8211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1" lang="en-CH" sz="2400" strike="noStrike" u="none">
                <a:solidFill>
                  <a:srgbClr val="ffff00"/>
                </a:solidFill>
                <a:effectLst/>
                <a:uFillTx/>
                <a:latin typeface="Calibri"/>
                <a:ea typeface="DejaVu Sans"/>
              </a:rPr>
              <a:t>Fast code</a:t>
            </a:r>
            <a:endParaRPr b="0" lang="en-US" sz="2400" strike="noStrike" u="none">
              <a:solidFill>
                <a:srgbClr val="000000"/>
              </a:solidFill>
              <a:effectLst/>
              <a:uFillTx/>
              <a:latin typeface="Arial"/>
            </a:endParaRPr>
          </a:p>
          <a:p>
            <a:pPr algn="ctr">
              <a:lnSpc>
                <a:spcPct val="100000"/>
              </a:lnSpc>
            </a:pPr>
            <a:r>
              <a:rPr b="1" lang="en-CH" sz="2400" strike="noStrike" u="none">
                <a:solidFill>
                  <a:srgbClr val="ffff00"/>
                </a:solidFill>
                <a:effectLst/>
                <a:uFillTx/>
                <a:latin typeface="Calibri"/>
                <a:ea typeface="DejaVu Sans"/>
              </a:rPr>
              <a:t>O(n</a:t>
            </a:r>
            <a:r>
              <a:rPr b="1" lang="en-CH" sz="2400" strike="noStrike" u="none" baseline="30000">
                <a:solidFill>
                  <a:srgbClr val="ffff00"/>
                </a:solidFill>
                <a:effectLst/>
                <a:uFillTx/>
                <a:latin typeface="Calibri"/>
                <a:ea typeface="DejaVu Sans"/>
              </a:rPr>
              <a:t>2</a:t>
            </a:r>
            <a:r>
              <a:rPr b="1" lang="en-CH" sz="2400" strike="noStrike" u="none">
                <a:solidFill>
                  <a:srgbClr val="ffff00"/>
                </a:solidFill>
                <a:effectLst/>
                <a:uFillTx/>
                <a:latin typeface="Calibri"/>
                <a:ea typeface="DejaVu Sans"/>
              </a:rPr>
              <a:t>)</a:t>
            </a:r>
            <a:endParaRPr b="0" lang="en-US" sz="2400" strike="noStrike" u="none">
              <a:solidFill>
                <a:srgbClr val="000000"/>
              </a:solidFill>
              <a:effectLst/>
              <a:uFillTx/>
              <a:latin typeface="Arial"/>
            </a:endParaRPr>
          </a:p>
        </p:txBody>
      </p:sp>
      <p:sp>
        <p:nvSpPr>
          <p:cNvPr id="455" name="TextBox 7"/>
          <p:cNvSpPr/>
          <p:nvPr/>
        </p:nvSpPr>
        <p:spPr>
          <a:xfrm>
            <a:off x="9306000" y="3013560"/>
            <a:ext cx="1898640" cy="8211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1" lang="en-CH" sz="2400" strike="noStrike" u="none">
                <a:solidFill>
                  <a:srgbClr val="ffff00"/>
                </a:solidFill>
                <a:effectLst/>
                <a:uFillTx/>
                <a:latin typeface="Calibri"/>
                <a:ea typeface="DejaVu Sans"/>
              </a:rPr>
              <a:t>Regular code</a:t>
            </a:r>
            <a:endParaRPr b="0" lang="en-US" sz="2400" strike="noStrike" u="none">
              <a:solidFill>
                <a:srgbClr val="000000"/>
              </a:solidFill>
              <a:effectLst/>
              <a:uFillTx/>
              <a:latin typeface="Arial"/>
            </a:endParaRPr>
          </a:p>
          <a:p>
            <a:pPr algn="ctr">
              <a:lnSpc>
                <a:spcPct val="100000"/>
              </a:lnSpc>
            </a:pPr>
            <a:r>
              <a:rPr b="1" lang="en-CH" sz="2400" strike="noStrike" u="none">
                <a:solidFill>
                  <a:srgbClr val="ffff00"/>
                </a:solidFill>
                <a:effectLst/>
                <a:uFillTx/>
                <a:latin typeface="Calibri"/>
                <a:ea typeface="DejaVu Sans"/>
              </a:rPr>
              <a:t>O(n log n)</a:t>
            </a:r>
            <a:endParaRPr b="0" lang="en-US" sz="2400" strike="noStrike" u="none">
              <a:solidFill>
                <a:srgbClr val="000000"/>
              </a:solidFill>
              <a:effectLst/>
              <a:uFillTx/>
              <a:latin typeface="Arial"/>
            </a:endParaRPr>
          </a:p>
        </p:txBody>
      </p:sp>
      <p:pic>
        <p:nvPicPr>
          <p:cNvPr id="456" name="Picture 2" descr=""/>
          <p:cNvPicPr/>
          <p:nvPr/>
        </p:nvPicPr>
        <p:blipFill>
          <a:blip r:embed="rId2"/>
          <a:stretch/>
        </p:blipFill>
        <p:spPr>
          <a:xfrm>
            <a:off x="986400" y="1484640"/>
            <a:ext cx="4655160" cy="4364640"/>
          </a:xfrm>
          <a:prstGeom prst="rect">
            <a:avLst/>
          </a:prstGeom>
          <a:noFill/>
          <a:ln w="0">
            <a:noFill/>
          </a:ln>
        </p:spPr>
      </p:pic>
      <p:sp>
        <p:nvSpPr>
          <p:cNvPr id="457" name="TextBox 1"/>
          <p:cNvSpPr/>
          <p:nvPr/>
        </p:nvSpPr>
        <p:spPr>
          <a:xfrm>
            <a:off x="5252400" y="1772640"/>
            <a:ext cx="1613880" cy="8193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1" lang="en-CH" sz="1600" strike="noStrike" u="none">
                <a:solidFill>
                  <a:srgbClr val="1e76b4"/>
                </a:solidFill>
                <a:effectLst/>
                <a:uFillTx/>
                <a:latin typeface="Calibri"/>
                <a:ea typeface="DejaVu Sans"/>
              </a:rPr>
              <a:t>Fast execution</a:t>
            </a:r>
            <a:endParaRPr b="0" lang="en-US" sz="1600" strike="noStrike" u="none">
              <a:solidFill>
                <a:srgbClr val="000000"/>
              </a:solidFill>
              <a:effectLst/>
              <a:uFillTx/>
              <a:latin typeface="Arial"/>
            </a:endParaRPr>
          </a:p>
          <a:p>
            <a:pPr algn="ctr">
              <a:lnSpc>
                <a:spcPct val="100000"/>
              </a:lnSpc>
            </a:pPr>
            <a:r>
              <a:rPr b="1" lang="en-CH" sz="1600" strike="noStrike" u="none">
                <a:solidFill>
                  <a:srgbClr val="1e76b4"/>
                </a:solidFill>
                <a:effectLst/>
                <a:uFillTx/>
                <a:latin typeface="Calibri"/>
                <a:ea typeface="DejaVu Sans"/>
              </a:rPr>
              <a:t>Slow scaling </a:t>
            </a:r>
            <a:br>
              <a:rPr sz="1600"/>
            </a:br>
            <a:r>
              <a:rPr b="1" lang="en-CH" sz="1600" strike="noStrike" u="none">
                <a:solidFill>
                  <a:srgbClr val="1e76b4"/>
                </a:solidFill>
                <a:effectLst/>
                <a:uFillTx/>
                <a:latin typeface="Calibri"/>
                <a:ea typeface="DejaVu Sans"/>
              </a:rPr>
              <a:t>O(n</a:t>
            </a:r>
            <a:r>
              <a:rPr b="1" lang="en-CH" sz="1600" strike="noStrike" u="none" baseline="30000">
                <a:solidFill>
                  <a:srgbClr val="1e76b4"/>
                </a:solidFill>
                <a:effectLst/>
                <a:uFillTx/>
                <a:latin typeface="Calibri"/>
                <a:ea typeface="DejaVu Sans"/>
              </a:rPr>
              <a:t>2</a:t>
            </a:r>
            <a:r>
              <a:rPr b="1" lang="en-CH" sz="1600" strike="noStrike" u="none">
                <a:solidFill>
                  <a:srgbClr val="1e76b4"/>
                </a:solidFill>
                <a:effectLst/>
                <a:uFillTx/>
                <a:latin typeface="Calibri"/>
                <a:ea typeface="DejaVu Sans"/>
              </a:rPr>
              <a:t>)</a:t>
            </a:r>
            <a:endParaRPr b="0" lang="en-US" sz="1600" strike="noStrike" u="none">
              <a:solidFill>
                <a:srgbClr val="000000"/>
              </a:solidFill>
              <a:effectLst/>
              <a:uFillTx/>
              <a:latin typeface="Arial"/>
            </a:endParaRPr>
          </a:p>
        </p:txBody>
      </p:sp>
      <p:sp>
        <p:nvSpPr>
          <p:cNvPr id="458" name="TextBox 8"/>
          <p:cNvSpPr/>
          <p:nvPr/>
        </p:nvSpPr>
        <p:spPr>
          <a:xfrm>
            <a:off x="2027880" y="3454560"/>
            <a:ext cx="1516680" cy="8193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1" lang="en-CH" sz="1600" strike="noStrike" u="none">
                <a:solidFill>
                  <a:srgbClr val="ff7f0e"/>
                </a:solidFill>
                <a:effectLst/>
                <a:uFillTx/>
                <a:latin typeface="Calibri"/>
                <a:ea typeface="DejaVu Sans"/>
              </a:rPr>
              <a:t>Slow execution</a:t>
            </a:r>
            <a:endParaRPr b="0" lang="en-US" sz="1600" strike="noStrike" u="none">
              <a:solidFill>
                <a:srgbClr val="000000"/>
              </a:solidFill>
              <a:effectLst/>
              <a:uFillTx/>
              <a:latin typeface="Arial"/>
            </a:endParaRPr>
          </a:p>
          <a:p>
            <a:pPr algn="ctr">
              <a:lnSpc>
                <a:spcPct val="100000"/>
              </a:lnSpc>
            </a:pPr>
            <a:r>
              <a:rPr b="1" lang="en-CH" sz="1600" strike="noStrike" u="none">
                <a:solidFill>
                  <a:srgbClr val="ff7f0e"/>
                </a:solidFill>
                <a:effectLst/>
                <a:uFillTx/>
                <a:latin typeface="Calibri"/>
                <a:ea typeface="DejaVu Sans"/>
              </a:rPr>
              <a:t>Fast scaling </a:t>
            </a:r>
            <a:br>
              <a:rPr sz="1600"/>
            </a:br>
            <a:r>
              <a:rPr b="1" lang="en-CH" sz="1600" strike="noStrike" u="none">
                <a:solidFill>
                  <a:srgbClr val="ff7f0e"/>
                </a:solidFill>
                <a:effectLst/>
                <a:uFillTx/>
                <a:latin typeface="Calibri"/>
                <a:ea typeface="DejaVu Sans"/>
              </a:rPr>
              <a:t>O(n log n)</a:t>
            </a:r>
            <a:endParaRPr b="0" lang="en-US" sz="1600" strike="noStrike" u="none">
              <a:solidFill>
                <a:srgbClr val="000000"/>
              </a:solidFill>
              <a:effectLst/>
              <a:uFillTx/>
              <a:latin typeface="Arial"/>
            </a:endParaRPr>
          </a:p>
        </p:txBody>
      </p:sp>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0B7F913F-9564-4B6B-939B-512756AD8BD9}" type="slidenum">
              <a:t>27</a:t>
            </a:fld>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59" name="Picture 1" descr=""/>
          <p:cNvPicPr/>
          <p:nvPr/>
        </p:nvPicPr>
        <p:blipFill>
          <a:blip r:embed="rId1"/>
          <a:stretch/>
        </p:blipFill>
        <p:spPr>
          <a:xfrm>
            <a:off x="986400" y="1484640"/>
            <a:ext cx="4655160" cy="4312080"/>
          </a:xfrm>
          <a:prstGeom prst="rect">
            <a:avLst/>
          </a:prstGeom>
          <a:noFill/>
          <a:ln w="0">
            <a:noFill/>
          </a:ln>
        </p:spPr>
      </p:pic>
      <p:sp>
        <p:nvSpPr>
          <p:cNvPr id="460"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fontScale="92500" lnSpcReduction="9999"/>
          </a:bodyPr>
          <a:p>
            <a:pPr indent="0">
              <a:lnSpc>
                <a:spcPct val="90000"/>
              </a:lnSpc>
              <a:buNone/>
              <a:tabLst>
                <a:tab algn="l" pos="0"/>
              </a:tabLst>
            </a:pPr>
            <a:r>
              <a:rPr b="0" lang="en-CH" sz="4400" strike="noStrike" u="none">
                <a:solidFill>
                  <a:srgbClr val="000000"/>
                </a:solidFill>
                <a:effectLst/>
                <a:uFillTx/>
                <a:latin typeface="Calibri Light"/>
              </a:rPr>
              <a:t>How does rewriting in C change the performance?</a:t>
            </a:r>
            <a:br>
              <a:rPr sz="4400"/>
            </a:br>
            <a:r>
              <a:rPr b="0" lang="en-CH" sz="3100" strike="noStrike" u="none">
                <a:solidFill>
                  <a:srgbClr val="000000"/>
                </a:solidFill>
                <a:effectLst/>
                <a:uFillTx/>
                <a:latin typeface="Calibri Light"/>
              </a:rPr>
              <a:t>(rewriting in C, parallelization; same algorithm)</a:t>
            </a:r>
            <a:endParaRPr b="0" lang="en-US" sz="3100" strike="noStrike" u="none">
              <a:solidFill>
                <a:srgbClr val="000000"/>
              </a:solidFill>
              <a:effectLst/>
              <a:uFillTx/>
              <a:latin typeface="Arial"/>
            </a:endParaRPr>
          </a:p>
        </p:txBody>
      </p:sp>
      <p:sp>
        <p:nvSpPr>
          <p:cNvPr id="461" name="PlaceHolder 2"/>
          <p:cNvSpPr>
            <a:spLocks noGrp="1"/>
          </p:cNvSpPr>
          <p:nvPr>
            <p:ph type="dt" idx="138"/>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pic>
        <p:nvPicPr>
          <p:cNvPr id="462" name="Picture 2" descr="Image"/>
          <p:cNvPicPr/>
          <p:nvPr/>
        </p:nvPicPr>
        <p:blipFill>
          <a:blip r:embed="rId2"/>
          <a:stretch/>
        </p:blipFill>
        <p:spPr>
          <a:xfrm>
            <a:off x="6888240" y="1484640"/>
            <a:ext cx="4521600" cy="4521600"/>
          </a:xfrm>
          <a:prstGeom prst="rect">
            <a:avLst/>
          </a:prstGeom>
          <a:noFill/>
          <a:ln w="0">
            <a:noFill/>
          </a:ln>
        </p:spPr>
      </p:pic>
      <p:sp>
        <p:nvSpPr>
          <p:cNvPr id="463" name="TextBox 6"/>
          <p:cNvSpPr/>
          <p:nvPr/>
        </p:nvSpPr>
        <p:spPr>
          <a:xfrm>
            <a:off x="8153280" y="1946880"/>
            <a:ext cx="1648080" cy="8211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1" lang="en-CH" sz="2400" strike="noStrike" u="none">
                <a:solidFill>
                  <a:srgbClr val="ffff00"/>
                </a:solidFill>
                <a:effectLst/>
                <a:uFillTx/>
                <a:latin typeface="Calibri"/>
                <a:ea typeface="DejaVu Sans"/>
              </a:rPr>
              <a:t>Fast code</a:t>
            </a:r>
            <a:endParaRPr b="0" lang="en-US" sz="2400" strike="noStrike" u="none">
              <a:solidFill>
                <a:srgbClr val="000000"/>
              </a:solidFill>
              <a:effectLst/>
              <a:uFillTx/>
              <a:latin typeface="Arial"/>
            </a:endParaRPr>
          </a:p>
          <a:p>
            <a:pPr algn="ctr">
              <a:lnSpc>
                <a:spcPct val="100000"/>
              </a:lnSpc>
            </a:pPr>
            <a:r>
              <a:rPr b="1" lang="en-CH" sz="2400" strike="noStrike" u="none">
                <a:solidFill>
                  <a:srgbClr val="ffff00"/>
                </a:solidFill>
                <a:effectLst/>
                <a:uFillTx/>
                <a:latin typeface="Calibri"/>
                <a:ea typeface="DejaVu Sans"/>
              </a:rPr>
              <a:t>O(n</a:t>
            </a:r>
            <a:r>
              <a:rPr b="1" lang="en-CH" sz="2400" strike="noStrike" u="none" baseline="30000">
                <a:solidFill>
                  <a:srgbClr val="ffff00"/>
                </a:solidFill>
                <a:effectLst/>
                <a:uFillTx/>
                <a:latin typeface="Calibri"/>
                <a:ea typeface="DejaVu Sans"/>
              </a:rPr>
              <a:t>2</a:t>
            </a:r>
            <a:r>
              <a:rPr b="1" lang="en-CH" sz="2400" strike="noStrike" u="none">
                <a:solidFill>
                  <a:srgbClr val="ffff00"/>
                </a:solidFill>
                <a:effectLst/>
                <a:uFillTx/>
                <a:latin typeface="Calibri"/>
                <a:ea typeface="DejaVu Sans"/>
              </a:rPr>
              <a:t>)</a:t>
            </a:r>
            <a:endParaRPr b="0" lang="en-US" sz="2400" strike="noStrike" u="none">
              <a:solidFill>
                <a:srgbClr val="000000"/>
              </a:solidFill>
              <a:effectLst/>
              <a:uFillTx/>
              <a:latin typeface="Arial"/>
            </a:endParaRPr>
          </a:p>
        </p:txBody>
      </p:sp>
      <p:sp>
        <p:nvSpPr>
          <p:cNvPr id="464" name="Down Arrow 13"/>
          <p:cNvSpPr/>
          <p:nvPr/>
        </p:nvSpPr>
        <p:spPr>
          <a:xfrm>
            <a:off x="4439880" y="3256200"/>
            <a:ext cx="272880" cy="587520"/>
          </a:xfrm>
          <a:prstGeom prst="downArrow">
            <a:avLst>
              <a:gd name="adj1" fmla="val 50000"/>
              <a:gd name="adj2" fmla="val 50000"/>
            </a:avLst>
          </a:prstGeom>
          <a:solidFill>
            <a:srgbClr val="2076b5"/>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CH" sz="1800" strike="noStrike" u="none">
              <a:solidFill>
                <a:schemeClr val="lt1"/>
              </a:solidFill>
              <a:effectLst/>
              <a:uFillTx/>
              <a:latin typeface="Calibri"/>
              <a:ea typeface="DejaVu Sans"/>
            </a:endParaRPr>
          </a:p>
        </p:txBody>
      </p:sp>
      <p:sp>
        <p:nvSpPr>
          <p:cNvPr id="465" name="Down Arrow 14"/>
          <p:cNvSpPr/>
          <p:nvPr/>
        </p:nvSpPr>
        <p:spPr>
          <a:xfrm>
            <a:off x="3901680" y="3933000"/>
            <a:ext cx="272880" cy="381960"/>
          </a:xfrm>
          <a:prstGeom prst="downArrow">
            <a:avLst>
              <a:gd name="adj1" fmla="val 50000"/>
              <a:gd name="adj2" fmla="val 50000"/>
            </a:avLst>
          </a:prstGeom>
          <a:solidFill>
            <a:srgbClr val="2076b5"/>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CH" sz="1800" strike="noStrike" u="none">
              <a:solidFill>
                <a:schemeClr val="lt1"/>
              </a:solidFill>
              <a:effectLst/>
              <a:uFillTx/>
              <a:latin typeface="Calibri"/>
              <a:ea typeface="DejaVu Sans"/>
            </a:endParaRPr>
          </a:p>
        </p:txBody>
      </p:sp>
      <p:sp>
        <p:nvSpPr>
          <p:cNvPr id="466" name="Down Arrow 15"/>
          <p:cNvSpPr/>
          <p:nvPr/>
        </p:nvSpPr>
        <p:spPr>
          <a:xfrm>
            <a:off x="4934880" y="2565000"/>
            <a:ext cx="272880" cy="809640"/>
          </a:xfrm>
          <a:prstGeom prst="downArrow">
            <a:avLst>
              <a:gd name="adj1" fmla="val 50000"/>
              <a:gd name="adj2" fmla="val 50000"/>
            </a:avLst>
          </a:prstGeom>
          <a:solidFill>
            <a:srgbClr val="2076b5"/>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CH" sz="1800" strike="noStrike" u="none">
              <a:solidFill>
                <a:schemeClr val="lt1"/>
              </a:solidFill>
              <a:effectLst/>
              <a:uFillTx/>
              <a:latin typeface="Calibri"/>
              <a:ea typeface="DejaVu Sans"/>
            </a:endParaRPr>
          </a:p>
        </p:txBody>
      </p:sp>
      <p:sp>
        <p:nvSpPr>
          <p:cNvPr id="467" name="TextBox 2"/>
          <p:cNvSpPr/>
          <p:nvPr/>
        </p:nvSpPr>
        <p:spPr>
          <a:xfrm>
            <a:off x="9306000" y="3013560"/>
            <a:ext cx="1898640" cy="8211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1" lang="en-CH" sz="2400" strike="noStrike" u="none">
                <a:solidFill>
                  <a:srgbClr val="ffff00"/>
                </a:solidFill>
                <a:effectLst/>
                <a:uFillTx/>
                <a:latin typeface="Calibri"/>
                <a:ea typeface="DejaVu Sans"/>
              </a:rPr>
              <a:t>Regular code</a:t>
            </a:r>
            <a:endParaRPr b="0" lang="en-US" sz="2400" strike="noStrike" u="none">
              <a:solidFill>
                <a:srgbClr val="000000"/>
              </a:solidFill>
              <a:effectLst/>
              <a:uFillTx/>
              <a:latin typeface="Arial"/>
            </a:endParaRPr>
          </a:p>
          <a:p>
            <a:pPr algn="ctr">
              <a:lnSpc>
                <a:spcPct val="100000"/>
              </a:lnSpc>
            </a:pPr>
            <a:r>
              <a:rPr b="1" lang="en-CH" sz="2400" strike="noStrike" u="none">
                <a:solidFill>
                  <a:srgbClr val="ffff00"/>
                </a:solidFill>
                <a:effectLst/>
                <a:uFillTx/>
                <a:latin typeface="Calibri"/>
                <a:ea typeface="DejaVu Sans"/>
              </a:rPr>
              <a:t>O(n log n)</a:t>
            </a:r>
            <a:endParaRPr b="0" lang="en-US" sz="2400" strike="noStrike" u="none">
              <a:solidFill>
                <a:srgbClr val="000000"/>
              </a:solidFill>
              <a:effectLst/>
              <a:uFillTx/>
              <a:latin typeface="Arial"/>
            </a:endParaRPr>
          </a:p>
        </p:txBody>
      </p:sp>
      <p:sp>
        <p:nvSpPr>
          <p:cNvPr id="468" name="TextBox 8"/>
          <p:cNvSpPr/>
          <p:nvPr/>
        </p:nvSpPr>
        <p:spPr>
          <a:xfrm>
            <a:off x="5205600" y="1977120"/>
            <a:ext cx="1613880" cy="106272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1" lang="en-CH" sz="1600" strike="noStrike" u="none">
                <a:solidFill>
                  <a:srgbClr val="1e76b4"/>
                </a:solidFill>
                <a:effectLst/>
                <a:uFillTx/>
                <a:latin typeface="Calibri"/>
                <a:ea typeface="DejaVu Sans"/>
              </a:rPr>
              <a:t>Faster language increases performance for fixed N</a:t>
            </a:r>
            <a:endParaRPr b="0" lang="en-US" sz="1600" strike="noStrike" u="none">
              <a:solidFill>
                <a:srgbClr val="000000"/>
              </a:solidFill>
              <a:effectLst/>
              <a:uFillTx/>
              <a:latin typeface="Arial"/>
            </a:endParaRPr>
          </a:p>
        </p:txBody>
      </p:sp>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2D11E9BB-181F-4189-B055-3694842E8209}" type="slidenum">
              <a:t>28</a:t>
            </a:fld>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69" name="Picture 16" descr=""/>
          <p:cNvPicPr/>
          <p:nvPr/>
        </p:nvPicPr>
        <p:blipFill>
          <a:blip r:embed="rId1"/>
          <a:stretch/>
        </p:blipFill>
        <p:spPr>
          <a:xfrm>
            <a:off x="986400" y="1484640"/>
            <a:ext cx="4707720" cy="4312080"/>
          </a:xfrm>
          <a:prstGeom prst="rect">
            <a:avLst/>
          </a:prstGeom>
          <a:noFill/>
          <a:ln w="0">
            <a:noFill/>
          </a:ln>
        </p:spPr>
      </p:pic>
      <p:sp>
        <p:nvSpPr>
          <p:cNvPr id="470"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fontScale="92500" lnSpcReduction="9999"/>
          </a:bodyPr>
          <a:p>
            <a:pPr indent="0">
              <a:lnSpc>
                <a:spcPct val="90000"/>
              </a:lnSpc>
              <a:buNone/>
              <a:tabLst>
                <a:tab algn="l" pos="0"/>
              </a:tabLst>
            </a:pPr>
            <a:r>
              <a:rPr b="0" lang="en-CH" sz="4400" strike="noStrike" u="none">
                <a:solidFill>
                  <a:srgbClr val="000000"/>
                </a:solidFill>
                <a:effectLst/>
                <a:uFillTx/>
                <a:latin typeface="Calibri Light"/>
              </a:rPr>
              <a:t>How does rewriting in C change the performance?</a:t>
            </a:r>
            <a:br>
              <a:rPr sz="4400"/>
            </a:br>
            <a:r>
              <a:rPr b="0" lang="en-CH" sz="3100" strike="noStrike" u="none">
                <a:solidFill>
                  <a:srgbClr val="000000"/>
                </a:solidFill>
                <a:effectLst/>
                <a:uFillTx/>
                <a:latin typeface="Calibri Light"/>
              </a:rPr>
              <a:t>(rewriting in C, parallelization; same algorithm)</a:t>
            </a:r>
            <a:endParaRPr b="0" lang="en-US" sz="3100" strike="noStrike" u="none">
              <a:solidFill>
                <a:srgbClr val="000000"/>
              </a:solidFill>
              <a:effectLst/>
              <a:uFillTx/>
              <a:latin typeface="Arial"/>
            </a:endParaRPr>
          </a:p>
        </p:txBody>
      </p:sp>
      <p:sp>
        <p:nvSpPr>
          <p:cNvPr id="471" name="PlaceHolder 2"/>
          <p:cNvSpPr>
            <a:spLocks noGrp="1"/>
          </p:cNvSpPr>
          <p:nvPr>
            <p:ph type="dt" idx="139"/>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pic>
        <p:nvPicPr>
          <p:cNvPr id="472" name="Picture 2" descr="Image"/>
          <p:cNvPicPr/>
          <p:nvPr/>
        </p:nvPicPr>
        <p:blipFill>
          <a:blip r:embed="rId2"/>
          <a:stretch/>
        </p:blipFill>
        <p:spPr>
          <a:xfrm>
            <a:off x="6888240" y="1484640"/>
            <a:ext cx="4521600" cy="4521600"/>
          </a:xfrm>
          <a:prstGeom prst="rect">
            <a:avLst/>
          </a:prstGeom>
          <a:noFill/>
          <a:ln w="0">
            <a:noFill/>
          </a:ln>
        </p:spPr>
      </p:pic>
      <p:sp>
        <p:nvSpPr>
          <p:cNvPr id="473" name="TextBox 6"/>
          <p:cNvSpPr/>
          <p:nvPr/>
        </p:nvSpPr>
        <p:spPr>
          <a:xfrm>
            <a:off x="8153280" y="1946880"/>
            <a:ext cx="1648080" cy="8211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1" lang="en-CH" sz="2400" strike="noStrike" u="none">
                <a:solidFill>
                  <a:srgbClr val="ffff00"/>
                </a:solidFill>
                <a:effectLst/>
                <a:uFillTx/>
                <a:latin typeface="Calibri"/>
                <a:ea typeface="DejaVu Sans"/>
              </a:rPr>
              <a:t>Fast code</a:t>
            </a:r>
            <a:endParaRPr b="0" lang="en-US" sz="2400" strike="noStrike" u="none">
              <a:solidFill>
                <a:srgbClr val="000000"/>
              </a:solidFill>
              <a:effectLst/>
              <a:uFillTx/>
              <a:latin typeface="Arial"/>
            </a:endParaRPr>
          </a:p>
          <a:p>
            <a:pPr algn="ctr">
              <a:lnSpc>
                <a:spcPct val="100000"/>
              </a:lnSpc>
            </a:pPr>
            <a:r>
              <a:rPr b="1" lang="en-CH" sz="2400" strike="noStrike" u="none">
                <a:solidFill>
                  <a:srgbClr val="ffff00"/>
                </a:solidFill>
                <a:effectLst/>
                <a:uFillTx/>
                <a:latin typeface="Calibri"/>
                <a:ea typeface="DejaVu Sans"/>
              </a:rPr>
              <a:t>O(n</a:t>
            </a:r>
            <a:r>
              <a:rPr b="1" lang="en-CH" sz="2400" strike="noStrike" u="none" baseline="30000">
                <a:solidFill>
                  <a:srgbClr val="ffff00"/>
                </a:solidFill>
                <a:effectLst/>
                <a:uFillTx/>
                <a:latin typeface="Calibri"/>
                <a:ea typeface="DejaVu Sans"/>
              </a:rPr>
              <a:t>2</a:t>
            </a:r>
            <a:r>
              <a:rPr b="1" lang="en-CH" sz="2400" strike="noStrike" u="none">
                <a:solidFill>
                  <a:srgbClr val="ffff00"/>
                </a:solidFill>
                <a:effectLst/>
                <a:uFillTx/>
                <a:latin typeface="Calibri"/>
                <a:ea typeface="DejaVu Sans"/>
              </a:rPr>
              <a:t>)</a:t>
            </a:r>
            <a:endParaRPr b="0" lang="en-US" sz="2400" strike="noStrike" u="none">
              <a:solidFill>
                <a:srgbClr val="000000"/>
              </a:solidFill>
              <a:effectLst/>
              <a:uFillTx/>
              <a:latin typeface="Arial"/>
            </a:endParaRPr>
          </a:p>
        </p:txBody>
      </p:sp>
      <p:sp>
        <p:nvSpPr>
          <p:cNvPr id="474" name="TextBox 1"/>
          <p:cNvSpPr/>
          <p:nvPr/>
        </p:nvSpPr>
        <p:spPr>
          <a:xfrm>
            <a:off x="9306000" y="3013560"/>
            <a:ext cx="1898640" cy="8211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1" lang="en-CH" sz="2400" strike="noStrike" u="none">
                <a:solidFill>
                  <a:srgbClr val="ffff00"/>
                </a:solidFill>
                <a:effectLst/>
                <a:uFillTx/>
                <a:latin typeface="Calibri"/>
                <a:ea typeface="DejaVu Sans"/>
              </a:rPr>
              <a:t>Regular code</a:t>
            </a:r>
            <a:endParaRPr b="0" lang="en-US" sz="2400" strike="noStrike" u="none">
              <a:solidFill>
                <a:srgbClr val="000000"/>
              </a:solidFill>
              <a:effectLst/>
              <a:uFillTx/>
              <a:latin typeface="Arial"/>
            </a:endParaRPr>
          </a:p>
          <a:p>
            <a:pPr algn="ctr">
              <a:lnSpc>
                <a:spcPct val="100000"/>
              </a:lnSpc>
            </a:pPr>
            <a:r>
              <a:rPr b="1" lang="en-CH" sz="2400" strike="noStrike" u="none">
                <a:solidFill>
                  <a:srgbClr val="ffff00"/>
                </a:solidFill>
                <a:effectLst/>
                <a:uFillTx/>
                <a:latin typeface="Calibri"/>
                <a:ea typeface="DejaVu Sans"/>
              </a:rPr>
              <a:t>O(n log n)</a:t>
            </a:r>
            <a:endParaRPr b="0" lang="en-US" sz="2400" strike="noStrike" u="none">
              <a:solidFill>
                <a:srgbClr val="000000"/>
              </a:solidFill>
              <a:effectLst/>
              <a:uFillTx/>
              <a:latin typeface="Arial"/>
            </a:endParaRPr>
          </a:p>
        </p:txBody>
      </p:sp>
      <p:sp>
        <p:nvSpPr>
          <p:cNvPr id="475" name="Rectangle 2"/>
          <p:cNvSpPr/>
          <p:nvPr/>
        </p:nvSpPr>
        <p:spPr>
          <a:xfrm>
            <a:off x="1919520" y="4077000"/>
            <a:ext cx="1799280" cy="1150920"/>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CH" sz="1800" strike="noStrike" u="none">
              <a:solidFill>
                <a:schemeClr val="lt1"/>
              </a:solidFill>
              <a:effectLst/>
              <a:uFillTx/>
              <a:latin typeface="Calibri"/>
              <a:ea typeface="DejaVu Sans"/>
            </a:endParaRPr>
          </a:p>
        </p:txBody>
      </p:sp>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98F66AFA-D7A4-43FD-BA8D-503DF65323C2}" type="slidenum">
              <a:t>29</a:t>
            </a:fld>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76" name="Picture 16" descr=""/>
          <p:cNvPicPr/>
          <p:nvPr/>
        </p:nvPicPr>
        <p:blipFill>
          <a:blip r:embed="rId1"/>
          <a:stretch/>
        </p:blipFill>
        <p:spPr>
          <a:xfrm>
            <a:off x="986400" y="1484640"/>
            <a:ext cx="4707720" cy="4312080"/>
          </a:xfrm>
          <a:prstGeom prst="rect">
            <a:avLst/>
          </a:prstGeom>
          <a:noFill/>
          <a:ln w="0">
            <a:noFill/>
          </a:ln>
        </p:spPr>
      </p:pic>
      <p:sp>
        <p:nvSpPr>
          <p:cNvPr id="477" name="PlaceHolder 1"/>
          <p:cNvSpPr>
            <a:spLocks noGrp="1"/>
          </p:cNvSpPr>
          <p:nvPr>
            <p:ph type="title"/>
          </p:nvPr>
        </p:nvSpPr>
        <p:spPr>
          <a:xfrm>
            <a:off x="407520" y="229320"/>
            <a:ext cx="11304000" cy="902520"/>
          </a:xfrm>
          <a:prstGeom prst="rect">
            <a:avLst/>
          </a:prstGeom>
          <a:noFill/>
          <a:ln w="0">
            <a:noFill/>
          </a:ln>
        </p:spPr>
        <p:txBody>
          <a:bodyPr lIns="0" rIns="0" tIns="0" bIns="0" anchor="ctr">
            <a:normAutofit fontScale="92500" lnSpcReduction="9999"/>
          </a:bodyPr>
          <a:p>
            <a:pPr indent="0">
              <a:lnSpc>
                <a:spcPct val="90000"/>
              </a:lnSpc>
              <a:buNone/>
              <a:tabLst>
                <a:tab algn="l" pos="0"/>
              </a:tabLst>
            </a:pPr>
            <a:r>
              <a:rPr b="0" lang="en-CH" sz="4400" strike="noStrike" u="none">
                <a:solidFill>
                  <a:srgbClr val="000000"/>
                </a:solidFill>
                <a:effectLst/>
                <a:uFillTx/>
                <a:latin typeface="Calibri Light"/>
              </a:rPr>
              <a:t>How does rewriting in C change the performance?</a:t>
            </a:r>
            <a:br>
              <a:rPr sz="4400"/>
            </a:br>
            <a:r>
              <a:rPr b="0" lang="en-CH" sz="3100" strike="noStrike" u="none">
                <a:solidFill>
                  <a:srgbClr val="000000"/>
                </a:solidFill>
                <a:effectLst/>
                <a:uFillTx/>
                <a:latin typeface="Calibri Light"/>
              </a:rPr>
              <a:t>(rewriting in C, parallelization; same algorithm)</a:t>
            </a:r>
            <a:endParaRPr b="0" lang="en-US" sz="3100" strike="noStrike" u="none">
              <a:solidFill>
                <a:srgbClr val="000000"/>
              </a:solidFill>
              <a:effectLst/>
              <a:uFillTx/>
              <a:latin typeface="Arial"/>
            </a:endParaRPr>
          </a:p>
        </p:txBody>
      </p:sp>
      <p:sp>
        <p:nvSpPr>
          <p:cNvPr id="478" name="PlaceHolder 2"/>
          <p:cNvSpPr>
            <a:spLocks noGrp="1"/>
          </p:cNvSpPr>
          <p:nvPr>
            <p:ph type="dt" idx="140"/>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pic>
        <p:nvPicPr>
          <p:cNvPr id="479" name="Picture 2" descr="Image"/>
          <p:cNvPicPr/>
          <p:nvPr/>
        </p:nvPicPr>
        <p:blipFill>
          <a:blip r:embed="rId2"/>
          <a:stretch/>
        </p:blipFill>
        <p:spPr>
          <a:xfrm>
            <a:off x="6888240" y="1484640"/>
            <a:ext cx="4521600" cy="4521600"/>
          </a:xfrm>
          <a:prstGeom prst="rect">
            <a:avLst/>
          </a:prstGeom>
          <a:noFill/>
          <a:ln w="0">
            <a:noFill/>
          </a:ln>
        </p:spPr>
      </p:pic>
      <p:sp>
        <p:nvSpPr>
          <p:cNvPr id="480" name="TextBox 6"/>
          <p:cNvSpPr/>
          <p:nvPr/>
        </p:nvSpPr>
        <p:spPr>
          <a:xfrm>
            <a:off x="8153280" y="1946880"/>
            <a:ext cx="1648080" cy="8211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1" lang="en-CH" sz="2400" strike="noStrike" u="none">
                <a:solidFill>
                  <a:srgbClr val="ffff00"/>
                </a:solidFill>
                <a:effectLst/>
                <a:uFillTx/>
                <a:latin typeface="Calibri"/>
                <a:ea typeface="DejaVu Sans"/>
              </a:rPr>
              <a:t>Fast code</a:t>
            </a:r>
            <a:endParaRPr b="0" lang="en-US" sz="2400" strike="noStrike" u="none">
              <a:solidFill>
                <a:srgbClr val="000000"/>
              </a:solidFill>
              <a:effectLst/>
              <a:uFillTx/>
              <a:latin typeface="Arial"/>
            </a:endParaRPr>
          </a:p>
          <a:p>
            <a:pPr algn="ctr">
              <a:lnSpc>
                <a:spcPct val="100000"/>
              </a:lnSpc>
            </a:pPr>
            <a:r>
              <a:rPr b="1" lang="en-CH" sz="2400" strike="noStrike" u="none">
                <a:solidFill>
                  <a:srgbClr val="ffff00"/>
                </a:solidFill>
                <a:effectLst/>
                <a:uFillTx/>
                <a:latin typeface="Calibri"/>
                <a:ea typeface="DejaVu Sans"/>
              </a:rPr>
              <a:t>O(n</a:t>
            </a:r>
            <a:r>
              <a:rPr b="1" lang="en-CH" sz="2400" strike="noStrike" u="none" baseline="30000">
                <a:solidFill>
                  <a:srgbClr val="ffff00"/>
                </a:solidFill>
                <a:effectLst/>
                <a:uFillTx/>
                <a:latin typeface="Calibri"/>
                <a:ea typeface="DejaVu Sans"/>
              </a:rPr>
              <a:t>2</a:t>
            </a:r>
            <a:r>
              <a:rPr b="1" lang="en-CH" sz="2400" strike="noStrike" u="none">
                <a:solidFill>
                  <a:srgbClr val="ffff00"/>
                </a:solidFill>
                <a:effectLst/>
                <a:uFillTx/>
                <a:latin typeface="Calibri"/>
                <a:ea typeface="DejaVu Sans"/>
              </a:rPr>
              <a:t>)</a:t>
            </a:r>
            <a:endParaRPr b="0" lang="en-US" sz="2400" strike="noStrike" u="none">
              <a:solidFill>
                <a:srgbClr val="000000"/>
              </a:solidFill>
              <a:effectLst/>
              <a:uFillTx/>
              <a:latin typeface="Arial"/>
            </a:endParaRPr>
          </a:p>
        </p:txBody>
      </p:sp>
      <p:sp>
        <p:nvSpPr>
          <p:cNvPr id="481" name="TextBox 2"/>
          <p:cNvSpPr/>
          <p:nvPr/>
        </p:nvSpPr>
        <p:spPr>
          <a:xfrm>
            <a:off x="9306000" y="3013560"/>
            <a:ext cx="1898640" cy="821160"/>
          </a:xfrm>
          <a:prstGeom prst="rect">
            <a:avLst/>
          </a:prstGeom>
          <a:noFill/>
          <a:ln w="0">
            <a:noFill/>
          </a:ln>
        </p:spPr>
        <p:style>
          <a:lnRef idx="0"/>
          <a:fillRef idx="0"/>
          <a:effectRef idx="0"/>
          <a:fontRef idx="minor"/>
        </p:style>
        <p:txBody>
          <a:bodyPr lIns="90000" rIns="90000" tIns="45000" bIns="45000" anchor="t">
            <a:spAutoFit/>
          </a:bodyPr>
          <a:p>
            <a:pPr algn="ctr">
              <a:lnSpc>
                <a:spcPct val="100000"/>
              </a:lnSpc>
            </a:pPr>
            <a:r>
              <a:rPr b="1" lang="en-CH" sz="2400" strike="noStrike" u="none">
                <a:solidFill>
                  <a:srgbClr val="ffff00"/>
                </a:solidFill>
                <a:effectLst/>
                <a:uFillTx/>
                <a:latin typeface="Calibri"/>
                <a:ea typeface="DejaVu Sans"/>
              </a:rPr>
              <a:t>Regular code</a:t>
            </a:r>
            <a:endParaRPr b="0" lang="en-US" sz="2400" strike="noStrike" u="none">
              <a:solidFill>
                <a:srgbClr val="000000"/>
              </a:solidFill>
              <a:effectLst/>
              <a:uFillTx/>
              <a:latin typeface="Arial"/>
            </a:endParaRPr>
          </a:p>
          <a:p>
            <a:pPr algn="ctr">
              <a:lnSpc>
                <a:spcPct val="100000"/>
              </a:lnSpc>
            </a:pPr>
            <a:r>
              <a:rPr b="1" lang="en-CH" sz="2400" strike="noStrike" u="none">
                <a:solidFill>
                  <a:srgbClr val="ffff00"/>
                </a:solidFill>
                <a:effectLst/>
                <a:uFillTx/>
                <a:latin typeface="Calibri"/>
                <a:ea typeface="DejaVu Sans"/>
              </a:rPr>
              <a:t>O(n log n)</a:t>
            </a:r>
            <a:endParaRPr b="0" lang="en-US" sz="2400" strike="noStrike" u="none">
              <a:solidFill>
                <a:srgbClr val="000000"/>
              </a:solidFill>
              <a:effectLst/>
              <a:uFillTx/>
              <a:latin typeface="Arial"/>
            </a:endParaRPr>
          </a:p>
        </p:txBody>
      </p:sp>
      <p:sp>
        <p:nvSpPr>
          <p:cNvPr id="482" name="Rectangle 7"/>
          <p:cNvSpPr/>
          <p:nvPr/>
        </p:nvSpPr>
        <p:spPr>
          <a:xfrm>
            <a:off x="1919520" y="4077000"/>
            <a:ext cx="1799280" cy="1150920"/>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endParaRPr b="0" lang="en-CH" sz="1800" strike="noStrike" u="none">
              <a:solidFill>
                <a:schemeClr val="lt1"/>
              </a:solidFill>
              <a:effectLst/>
              <a:uFillTx/>
              <a:latin typeface="Calibri"/>
              <a:ea typeface="DejaVu Sans"/>
            </a:endParaRPr>
          </a:p>
        </p:txBody>
      </p:sp>
      <p:sp>
        <p:nvSpPr>
          <p:cNvPr id="483" name="TextBox 1"/>
          <p:cNvSpPr/>
          <p:nvPr/>
        </p:nvSpPr>
        <p:spPr>
          <a:xfrm>
            <a:off x="2563200" y="2133000"/>
            <a:ext cx="3233160" cy="2283840"/>
          </a:xfrm>
          <a:custGeom>
            <a:avLst/>
            <a:gdLst>
              <a:gd name="textAreaLeft" fmla="*/ 0 w 3233160"/>
              <a:gd name="textAreaRight" fmla="*/ 3234240 w 3233160"/>
              <a:gd name="textAreaTop" fmla="*/ 0 h 2283840"/>
              <a:gd name="textAreaBottom" fmla="*/ 2284920 h 2283840"/>
            </a:gdLst>
            <a:ahLst/>
            <a:cxnLst/>
            <a:rect l="textAreaLeft" t="textAreaTop" r="textAreaRight" b="textAreaBottom"/>
            <a:pathLst>
              <a:path fill="none" w="3234271" h="2380332">
                <a:moveTo>
                  <a:pt x="0" y="0"/>
                </a:moveTo>
                <a:cubicBezTo>
                  <a:pt x="141820" y="6212"/>
                  <a:pt x="399183" y="10531"/>
                  <a:pt x="582169" y="0"/>
                </a:cubicBezTo>
                <a:cubicBezTo>
                  <a:pt x="765155" y="-10531"/>
                  <a:pt x="944164" y="-14576"/>
                  <a:pt x="1261366" y="0"/>
                </a:cubicBezTo>
                <a:cubicBezTo>
                  <a:pt x="1578568" y="14576"/>
                  <a:pt x="1718422" y="-25452"/>
                  <a:pt x="1875877" y="0"/>
                </a:cubicBezTo>
                <a:cubicBezTo>
                  <a:pt x="2033332" y="25452"/>
                  <a:pt x="2176506" y="6714"/>
                  <a:pt x="2458046" y="0"/>
                </a:cubicBezTo>
                <a:cubicBezTo>
                  <a:pt x="2739586" y="-6714"/>
                  <a:pt x="2933680" y="-9318"/>
                  <a:pt x="3234271" y="0"/>
                </a:cubicBezTo>
                <a:cubicBezTo>
                  <a:pt x="3205438" y="121495"/>
                  <a:pt x="3241329" y="423799"/>
                  <a:pt x="3234271" y="595083"/>
                </a:cubicBezTo>
                <a:cubicBezTo>
                  <a:pt x="3227213" y="766367"/>
                  <a:pt x="3224714" y="1069953"/>
                  <a:pt x="3234271" y="1190166"/>
                </a:cubicBezTo>
                <a:cubicBezTo>
                  <a:pt x="3243828" y="1310379"/>
                  <a:pt x="3260495" y="1567629"/>
                  <a:pt x="3234271" y="1737642"/>
                </a:cubicBezTo>
                <a:cubicBezTo>
                  <a:pt x="3208047" y="1907655"/>
                  <a:pt x="3209416" y="2064839"/>
                  <a:pt x="3234271" y="2380332"/>
                </a:cubicBezTo>
                <a:cubicBezTo>
                  <a:pt x="3083979" y="2374067"/>
                  <a:pt x="2821818" y="2354162"/>
                  <a:pt x="2652102" y="2380332"/>
                </a:cubicBezTo>
                <a:cubicBezTo>
                  <a:pt x="2482386" y="2406502"/>
                  <a:pt x="2324165" y="2385213"/>
                  <a:pt x="2102276" y="2380332"/>
                </a:cubicBezTo>
                <a:cubicBezTo>
                  <a:pt x="1880387" y="2375451"/>
                  <a:pt x="1754755" y="2381412"/>
                  <a:pt x="1423079" y="2380332"/>
                </a:cubicBezTo>
                <a:cubicBezTo>
                  <a:pt x="1091403" y="2379252"/>
                  <a:pt x="1026233" y="2407988"/>
                  <a:pt x="840910" y="2380332"/>
                </a:cubicBezTo>
                <a:cubicBezTo>
                  <a:pt x="655587" y="2352676"/>
                  <a:pt x="391831" y="2403014"/>
                  <a:pt x="0" y="2380332"/>
                </a:cubicBezTo>
                <a:cubicBezTo>
                  <a:pt x="-19650" y="2220379"/>
                  <a:pt x="8283" y="2016283"/>
                  <a:pt x="0" y="1737642"/>
                </a:cubicBezTo>
                <a:cubicBezTo>
                  <a:pt x="-8283" y="1459001"/>
                  <a:pt x="-4408" y="1387841"/>
                  <a:pt x="0" y="1190166"/>
                </a:cubicBezTo>
                <a:cubicBezTo>
                  <a:pt x="4408" y="992491"/>
                  <a:pt x="29513" y="802698"/>
                  <a:pt x="0" y="571280"/>
                </a:cubicBezTo>
                <a:cubicBezTo>
                  <a:pt x="-29513" y="339862"/>
                  <a:pt x="20335" y="190159"/>
                  <a:pt x="0" y="0"/>
                </a:cubicBezTo>
                <a:close/>
              </a:path>
              <a:path stroke="0" w="3234271" h="2380332">
                <a:moveTo>
                  <a:pt x="0" y="0"/>
                </a:moveTo>
                <a:cubicBezTo>
                  <a:pt x="161645" y="17740"/>
                  <a:pt x="391222" y="-12056"/>
                  <a:pt x="614511" y="0"/>
                </a:cubicBezTo>
                <a:cubicBezTo>
                  <a:pt x="837800" y="12056"/>
                  <a:pt x="915682" y="-18068"/>
                  <a:pt x="1164338" y="0"/>
                </a:cubicBezTo>
                <a:cubicBezTo>
                  <a:pt x="1412994" y="18068"/>
                  <a:pt x="1707949" y="29967"/>
                  <a:pt x="1875877" y="0"/>
                </a:cubicBezTo>
                <a:cubicBezTo>
                  <a:pt x="2043805" y="-29967"/>
                  <a:pt x="2296864" y="28030"/>
                  <a:pt x="2490389" y="0"/>
                </a:cubicBezTo>
                <a:cubicBezTo>
                  <a:pt x="2683914" y="-28030"/>
                  <a:pt x="3034064" y="25786"/>
                  <a:pt x="3234271" y="0"/>
                </a:cubicBezTo>
                <a:cubicBezTo>
                  <a:pt x="3228434" y="262458"/>
                  <a:pt x="3203608" y="440216"/>
                  <a:pt x="3234271" y="642690"/>
                </a:cubicBezTo>
                <a:cubicBezTo>
                  <a:pt x="3264935" y="845164"/>
                  <a:pt x="3209277" y="1051895"/>
                  <a:pt x="3234271" y="1237773"/>
                </a:cubicBezTo>
                <a:cubicBezTo>
                  <a:pt x="3259265" y="1423651"/>
                  <a:pt x="3208960" y="1617586"/>
                  <a:pt x="3234271" y="1832856"/>
                </a:cubicBezTo>
                <a:cubicBezTo>
                  <a:pt x="3259582" y="2048126"/>
                  <a:pt x="3212211" y="2138186"/>
                  <a:pt x="3234271" y="2380332"/>
                </a:cubicBezTo>
                <a:cubicBezTo>
                  <a:pt x="3069336" y="2396615"/>
                  <a:pt x="2929223" y="2398413"/>
                  <a:pt x="2652102" y="2380332"/>
                </a:cubicBezTo>
                <a:cubicBezTo>
                  <a:pt x="2374981" y="2362251"/>
                  <a:pt x="2189830" y="2371468"/>
                  <a:pt x="2005248" y="2380332"/>
                </a:cubicBezTo>
                <a:cubicBezTo>
                  <a:pt x="1820666" y="2389196"/>
                  <a:pt x="1545412" y="2381858"/>
                  <a:pt x="1390737" y="2380332"/>
                </a:cubicBezTo>
                <a:cubicBezTo>
                  <a:pt x="1236062" y="2378806"/>
                  <a:pt x="955329" y="2409241"/>
                  <a:pt x="679197" y="2380332"/>
                </a:cubicBezTo>
                <a:cubicBezTo>
                  <a:pt x="403065" y="2351423"/>
                  <a:pt x="181539" y="2392730"/>
                  <a:pt x="0" y="2380332"/>
                </a:cubicBezTo>
                <a:cubicBezTo>
                  <a:pt x="-25526" y="2163408"/>
                  <a:pt x="-16296" y="1968065"/>
                  <a:pt x="0" y="1832856"/>
                </a:cubicBezTo>
                <a:cubicBezTo>
                  <a:pt x="16296" y="1697647"/>
                  <a:pt x="8461" y="1492598"/>
                  <a:pt x="0" y="1237773"/>
                </a:cubicBezTo>
                <a:cubicBezTo>
                  <a:pt x="-8461" y="982948"/>
                  <a:pt x="-22828" y="846559"/>
                  <a:pt x="0" y="666493"/>
                </a:cubicBezTo>
                <a:cubicBezTo>
                  <a:pt x="22828" y="486427"/>
                  <a:pt x="-27514" y="325933"/>
                  <a:pt x="0" y="0"/>
                </a:cubicBezTo>
                <a:close/>
              </a:path>
            </a:pathLst>
          </a:custGeom>
          <a:solidFill>
            <a:schemeClr val="bg2"/>
          </a:solidFill>
          <a:ln w="38100">
            <a:solidFill>
              <a:srgbClr val="000000"/>
            </a:solidFill>
            <a:round/>
          </a:ln>
        </p:spPr>
        <p:style>
          <a:lnRef idx="0"/>
          <a:fillRef idx="0"/>
          <a:effectRef idx="0"/>
          <a:fontRef idx="minor"/>
        </p:style>
        <p:txBody>
          <a:bodyPr lIns="90000" rIns="90000" tIns="45000" bIns="45000" anchor="t">
            <a:spAutoFit/>
          </a:bodyPr>
          <a:p>
            <a:pPr>
              <a:lnSpc>
                <a:spcPct val="100000"/>
              </a:lnSpc>
            </a:pPr>
            <a:r>
              <a:rPr b="0" lang="en-CH" sz="2400" strike="noStrike" u="none">
                <a:solidFill>
                  <a:srgbClr val="000000"/>
                </a:solidFill>
                <a:effectLst/>
                <a:uFillTx/>
                <a:latin typeface="Calibri"/>
                <a:ea typeface="DejaVu Sans"/>
              </a:rPr>
              <a:t>We need to distinguish between “fast” in absolute terms for a fixed problem size, and “fast” in the sense of how well it scales</a:t>
            </a:r>
            <a:endParaRPr b="0" lang="en-US" sz="2400" strike="noStrike" u="none">
              <a:solidFill>
                <a:srgbClr val="000000"/>
              </a:solidFill>
              <a:effectLst/>
              <a:uFillTx/>
              <a:latin typeface="Arial"/>
            </a:endParaRPr>
          </a:p>
        </p:txBody>
      </p:sp>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35336BE8-4205-4EA6-881F-569234780439}" type="slidenum">
              <a:t>30</a:t>
            </a:fld>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4" name="PlaceHolder 1"/>
          <p:cNvSpPr>
            <a:spLocks noGrp="1"/>
          </p:cNvSpPr>
          <p:nvPr>
            <p:ph type="title"/>
          </p:nvPr>
        </p:nvSpPr>
        <p:spPr>
          <a:xfrm>
            <a:off x="838080" y="2709000"/>
            <a:ext cx="10514520" cy="902520"/>
          </a:xfrm>
          <a:prstGeom prst="rect">
            <a:avLst/>
          </a:prstGeom>
          <a:noFill/>
          <a:ln w="0">
            <a:noFill/>
          </a:ln>
        </p:spPr>
        <p:txBody>
          <a:bodyPr lIns="0" rIns="0" tIns="0" bIns="0" anchor="ctr">
            <a:normAutofit fontScale="70000" lnSpcReduction="19999"/>
          </a:bodyPr>
          <a:p>
            <a:pPr indent="0" algn="ctr">
              <a:lnSpc>
                <a:spcPct val="90000"/>
              </a:lnSpc>
              <a:buNone/>
              <a:tabLst>
                <a:tab algn="l" pos="0"/>
              </a:tabLst>
            </a:pPr>
            <a:r>
              <a:rPr b="0" lang="en-CH" sz="5400" strike="noStrike" u="none">
                <a:solidFill>
                  <a:srgbClr val="000000"/>
                </a:solidFill>
                <a:effectLst/>
                <a:uFillTx/>
                <a:latin typeface="Calibri Light"/>
              </a:rPr>
              <a:t>COMING UP NEXT: </a:t>
            </a:r>
            <a:br>
              <a:rPr sz="5400"/>
            </a:br>
            <a:r>
              <a:rPr b="0" lang="en-CH" sz="5400" strike="noStrike" u="none">
                <a:solidFill>
                  <a:srgbClr val="000000"/>
                </a:solidFill>
                <a:effectLst/>
                <a:uFillTx/>
                <a:latin typeface="Calibri Light"/>
              </a:rPr>
              <a:t>NumPy and the array data structure</a:t>
            </a:r>
            <a:endParaRPr b="0" lang="en-US" sz="5400" strike="noStrike" u="none">
              <a:solidFill>
                <a:srgbClr val="000000"/>
              </a:solidFill>
              <a:effectLst/>
              <a:uFillTx/>
              <a:latin typeface="Arial"/>
            </a:endParaRPr>
          </a:p>
        </p:txBody>
      </p:sp>
      <p:sp>
        <p:nvSpPr>
          <p:cNvPr id="485" name="PlaceHolder 2"/>
          <p:cNvSpPr>
            <a:spLocks noGrp="1"/>
          </p:cNvSpPr>
          <p:nvPr>
            <p:ph type="dt" idx="141"/>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sp>
        <p:nvSpPr>
          <p:cNvPr id="4" name="PlaceHolder 3"/>
          <p:cNvSpPr>
            <a:spLocks noGrp="1"/>
          </p:cNvSpPr>
          <p:nvPr>
            <p:ph type="ftr" idx="73"/>
          </p:nvPr>
        </p:nvSpPr>
        <p:spPr/>
        <p:txBody>
          <a:bodyPr/>
          <a:p>
            <a:r>
              <a:t>Data, v1.0</a:t>
            </a:r>
          </a:p>
        </p:txBody>
      </p:sp>
      <p:sp>
        <p:nvSpPr>
          <p:cNvPr id="5" name="PlaceHolder 4"/>
          <p:cNvSpPr>
            <a:spLocks noGrp="1"/>
          </p:cNvSpPr>
          <p:nvPr>
            <p:ph type="sldNum" idx="74"/>
          </p:nvPr>
        </p:nvSpPr>
        <p:spPr/>
        <p:txBody>
          <a:bodyPr/>
          <a:p>
            <a:fld id="{5198FFF4-9B38-49DF-841C-732DF61DBE62}" type="slidenum">
              <a:t>31</a:t>
            </a:fld>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6" name="PlaceHolder 1"/>
          <p:cNvSpPr>
            <a:spLocks noGrp="1"/>
          </p:cNvSpPr>
          <p:nvPr>
            <p:ph type="dt" idx="142"/>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sp>
        <p:nvSpPr>
          <p:cNvPr id="3" name="PlaceHolder 2"/>
          <p:cNvSpPr>
            <a:spLocks noGrp="1"/>
          </p:cNvSpPr>
          <p:nvPr>
            <p:ph type="ftr" idx="1"/>
          </p:nvPr>
        </p:nvSpPr>
        <p:spPr/>
        <p:txBody>
          <a:bodyPr/>
          <a:p>
            <a:r>
              <a:t>Data, v1.0</a:t>
            </a:r>
          </a:p>
        </p:txBody>
      </p:sp>
      <p:sp>
        <p:nvSpPr>
          <p:cNvPr id="4" name="PlaceHolder 3"/>
          <p:cNvSpPr>
            <a:spLocks noGrp="1"/>
          </p:cNvSpPr>
          <p:nvPr>
            <p:ph type="sldNum" idx="2"/>
          </p:nvPr>
        </p:nvSpPr>
        <p:spPr/>
        <p:txBody>
          <a:bodyPr/>
          <a:p>
            <a:fld id="{ECDF3E66-282C-4BDF-BEA6-58D731C28544}" type="slidenum">
              <a:t>32</a:t>
            </a:fld>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7" name="PlaceHolder 1"/>
          <p:cNvSpPr>
            <a:spLocks noGrp="1"/>
          </p:cNvSpPr>
          <p:nvPr>
            <p:ph type="title"/>
          </p:nvPr>
        </p:nvSpPr>
        <p:spPr>
          <a:xfrm>
            <a:off x="407520" y="229320"/>
            <a:ext cx="11376360" cy="902520"/>
          </a:xfrm>
          <a:prstGeom prst="rect">
            <a:avLst/>
          </a:prstGeom>
          <a:noFill/>
          <a:ln w="0">
            <a:noFill/>
          </a:ln>
        </p:spPr>
        <p:txBody>
          <a:bodyPr lIns="90000" rIns="90000" tIns="45000" bIns="45000" anchor="ctr">
            <a:noAutofit/>
          </a:bodyPr>
          <a:p>
            <a:pPr indent="0">
              <a:lnSpc>
                <a:spcPct val="90000"/>
              </a:lnSpc>
              <a:buNone/>
              <a:tabLst>
                <a:tab algn="l" pos="0"/>
              </a:tabLst>
            </a:pPr>
            <a:r>
              <a:rPr b="0" lang="en-CH" sz="4400" strike="noStrike" u="none">
                <a:solidFill>
                  <a:srgbClr val="000000"/>
                </a:solidFill>
                <a:effectLst/>
                <a:uFillTx/>
                <a:latin typeface="Calibri Light"/>
              </a:rPr>
              <a:t>Some data structures</a:t>
            </a:r>
            <a:endParaRPr b="0" lang="en-US" sz="4400" strike="noStrike" u="none">
              <a:solidFill>
                <a:srgbClr val="000000"/>
              </a:solidFill>
              <a:effectLst/>
              <a:uFillTx/>
              <a:latin typeface="Arial"/>
            </a:endParaRPr>
          </a:p>
        </p:txBody>
      </p:sp>
      <p:sp>
        <p:nvSpPr>
          <p:cNvPr id="488" name="PlaceHolder 2"/>
          <p:cNvSpPr>
            <a:spLocks noGrp="1"/>
          </p:cNvSpPr>
          <p:nvPr>
            <p:ph/>
          </p:nvPr>
        </p:nvSpPr>
        <p:spPr>
          <a:xfrm>
            <a:off x="838080" y="1484640"/>
            <a:ext cx="10514520" cy="4691160"/>
          </a:xfrm>
          <a:prstGeom prst="rect">
            <a:avLst/>
          </a:prstGeom>
          <a:noFill/>
          <a:ln w="0">
            <a:noFill/>
          </a:ln>
        </p:spPr>
        <p:txBody>
          <a:bodyPr lIns="90000" rIns="90000" tIns="45000" bIns="45000" anchor="t">
            <a:normAutofit fontScale="92500" lnSpcReduction="19999"/>
          </a:bodyPr>
          <a:p>
            <a:pPr marL="204480" indent="-204480">
              <a:lnSpc>
                <a:spcPct val="90000"/>
              </a:lnSpc>
              <a:spcBef>
                <a:spcPts val="1001"/>
              </a:spcBef>
              <a:buClr>
                <a:srgbClr val="000000"/>
              </a:buClr>
              <a:buFont typeface="Arial"/>
              <a:buChar char="•"/>
            </a:pPr>
            <a:r>
              <a:rPr b="0" lang="en-CH" sz="2800" strike="noStrike" u="none">
                <a:solidFill>
                  <a:srgbClr val="000000"/>
                </a:solidFill>
                <a:effectLst/>
                <a:uFillTx/>
                <a:latin typeface="Calibri"/>
              </a:rPr>
              <a:t>list: ordered, heterogeneous storage, stack/queue, fast access by index, slow search</a:t>
            </a:r>
            <a:endParaRPr b="0" lang="en-US" sz="2800" strike="noStrike" u="none">
              <a:solidFill>
                <a:srgbClr val="000000"/>
              </a:solidFill>
              <a:effectLst/>
              <a:uFillTx/>
              <a:latin typeface="Arial"/>
            </a:endParaRPr>
          </a:p>
          <a:p>
            <a:pPr marL="204480" indent="-204480">
              <a:lnSpc>
                <a:spcPct val="90000"/>
              </a:lnSpc>
              <a:spcBef>
                <a:spcPts val="1001"/>
              </a:spcBef>
              <a:buClr>
                <a:srgbClr val="000000"/>
              </a:buClr>
              <a:buFont typeface="Arial"/>
              <a:buChar char="•"/>
            </a:pPr>
            <a:r>
              <a:rPr b="0" lang="en-CH" sz="2800" strike="noStrike" u="none">
                <a:solidFill>
                  <a:srgbClr val="000000"/>
                </a:solidFill>
                <a:effectLst/>
                <a:uFillTx/>
                <a:latin typeface="Calibri"/>
              </a:rPr>
              <a:t>set: unordered</a:t>
            </a:r>
            <a:endParaRPr b="0" lang="en-US" sz="2800" strike="noStrike" u="none">
              <a:solidFill>
                <a:srgbClr val="000000"/>
              </a:solidFill>
              <a:effectLst/>
              <a:uFillTx/>
              <a:latin typeface="Arial"/>
            </a:endParaRPr>
          </a:p>
          <a:p>
            <a:pPr marL="204480" indent="-204480">
              <a:lnSpc>
                <a:spcPct val="90000"/>
              </a:lnSpc>
              <a:spcBef>
                <a:spcPts val="1001"/>
              </a:spcBef>
              <a:buClr>
                <a:srgbClr val="000000"/>
              </a:buClr>
              <a:buFont typeface="Arial"/>
              <a:buChar char="•"/>
            </a:pPr>
            <a:r>
              <a:rPr b="0" lang="en-CH" sz="2800" strike="noStrike" u="none">
                <a:solidFill>
                  <a:srgbClr val="000000"/>
                </a:solidFill>
                <a:effectLst/>
                <a:uFillTx/>
                <a:latin typeface="Calibri"/>
              </a:rPr>
              <a:t>dictionary</a:t>
            </a:r>
            <a:endParaRPr b="0" lang="en-US" sz="2800" strike="noStrike" u="none">
              <a:solidFill>
                <a:srgbClr val="000000"/>
              </a:solidFill>
              <a:effectLst/>
              <a:uFillTx/>
              <a:latin typeface="Arial"/>
            </a:endParaRPr>
          </a:p>
          <a:p>
            <a:pPr marL="204480" indent="-204480">
              <a:lnSpc>
                <a:spcPct val="90000"/>
              </a:lnSpc>
              <a:spcBef>
                <a:spcPts val="1001"/>
              </a:spcBef>
              <a:buClr>
                <a:srgbClr val="000000"/>
              </a:buClr>
              <a:buFont typeface="Arial"/>
              <a:buChar char="•"/>
            </a:pPr>
            <a:r>
              <a:rPr b="0" lang="en-CH" sz="2800" strike="noStrike" u="none">
                <a:solidFill>
                  <a:srgbClr val="000000"/>
                </a:solidFill>
                <a:effectLst/>
                <a:uFillTx/>
                <a:latin typeface="Calibri"/>
              </a:rPr>
              <a:t>arrays: e.g. numpy, HDF5</a:t>
            </a:r>
            <a:endParaRPr b="0" lang="en-US" sz="2800" strike="noStrike" u="none">
              <a:solidFill>
                <a:srgbClr val="000000"/>
              </a:solidFill>
              <a:effectLst/>
              <a:uFillTx/>
              <a:latin typeface="Arial"/>
            </a:endParaRPr>
          </a:p>
          <a:p>
            <a:pPr marL="204480" indent="-204480">
              <a:lnSpc>
                <a:spcPct val="90000"/>
              </a:lnSpc>
              <a:spcBef>
                <a:spcPts val="1001"/>
              </a:spcBef>
              <a:buClr>
                <a:srgbClr val="000000"/>
              </a:buClr>
              <a:buFont typeface="Arial"/>
              <a:buChar char="•"/>
            </a:pPr>
            <a:r>
              <a:rPr b="0" lang="en-CH" sz="2800" strike="noStrike" u="none">
                <a:solidFill>
                  <a:srgbClr val="000000"/>
                </a:solidFill>
                <a:effectLst/>
                <a:uFillTx/>
                <a:latin typeface="Calibri"/>
              </a:rPr>
              <a:t>tables: e.g. pandas, dask, spark, SQL</a:t>
            </a:r>
            <a:endParaRPr b="0" lang="en-US" sz="2800" strike="noStrike" u="none">
              <a:solidFill>
                <a:srgbClr val="000000"/>
              </a:solidFill>
              <a:effectLst/>
              <a:uFillTx/>
              <a:latin typeface="Arial"/>
            </a:endParaRPr>
          </a:p>
          <a:p>
            <a:pPr marL="204480" indent="-204480">
              <a:lnSpc>
                <a:spcPct val="90000"/>
              </a:lnSpc>
              <a:spcBef>
                <a:spcPts val="1001"/>
              </a:spcBef>
              <a:buClr>
                <a:srgbClr val="000000"/>
              </a:buClr>
              <a:buFont typeface="Arial"/>
              <a:buChar char="•"/>
            </a:pPr>
            <a:r>
              <a:rPr b="0" lang="en-CH" sz="2800" strike="noStrike" u="none">
                <a:solidFill>
                  <a:srgbClr val="000000"/>
                </a:solidFill>
                <a:effectLst/>
                <a:uFillTx/>
                <a:latin typeface="Calibri"/>
              </a:rPr>
              <a:t>graph: social network structure</a:t>
            </a:r>
            <a:endParaRPr b="0" lang="en-US" sz="2800" strike="noStrike" u="none">
              <a:solidFill>
                <a:srgbClr val="000000"/>
              </a:solidFill>
              <a:effectLst/>
              <a:uFillTx/>
              <a:latin typeface="Arial"/>
            </a:endParaRPr>
          </a:p>
          <a:p>
            <a:pPr marL="204480" indent="-204480">
              <a:lnSpc>
                <a:spcPct val="90000"/>
              </a:lnSpc>
              <a:spcBef>
                <a:spcPts val="1001"/>
              </a:spcBef>
              <a:buClr>
                <a:srgbClr val="000000"/>
              </a:buClr>
              <a:buFont typeface="Arial"/>
              <a:buChar char="•"/>
            </a:pPr>
            <a:r>
              <a:rPr b="0" lang="en-CH" sz="2800" strike="noStrike" u="none">
                <a:solidFill>
                  <a:srgbClr val="000000"/>
                </a:solidFill>
                <a:effectLst/>
                <a:uFillTx/>
                <a:latin typeface="Calibri"/>
              </a:rPr>
              <a:t>tree: to rapidly search a dataset</a:t>
            </a:r>
            <a:endParaRPr b="0" lang="en-US" sz="2800" strike="noStrike" u="none">
              <a:solidFill>
                <a:srgbClr val="000000"/>
              </a:solidFill>
              <a:effectLst/>
              <a:uFillTx/>
              <a:latin typeface="Arial"/>
            </a:endParaRPr>
          </a:p>
          <a:p>
            <a:pPr marL="204480" indent="-204480">
              <a:lnSpc>
                <a:spcPct val="90000"/>
              </a:lnSpc>
              <a:spcBef>
                <a:spcPts val="1001"/>
              </a:spcBef>
              <a:buClr>
                <a:srgbClr val="000000"/>
              </a:buClr>
              <a:buFont typeface="Arial"/>
              <a:buChar char="•"/>
            </a:pPr>
            <a:r>
              <a:rPr b="0" lang="en-CH" sz="2800" strike="noStrike" u="none">
                <a:solidFill>
                  <a:srgbClr val="000000"/>
                </a:solidFill>
                <a:effectLst/>
                <a:uFillTx/>
                <a:latin typeface="Calibri"/>
              </a:rPr>
              <a:t>heap</a:t>
            </a:r>
            <a:endParaRPr b="0" lang="en-US" sz="2800" strike="noStrike" u="none">
              <a:solidFill>
                <a:srgbClr val="000000"/>
              </a:solidFill>
              <a:effectLst/>
              <a:uFillTx/>
              <a:latin typeface="Arial"/>
            </a:endParaRPr>
          </a:p>
          <a:p>
            <a:pPr marL="204480" indent="-204480">
              <a:lnSpc>
                <a:spcPct val="90000"/>
              </a:lnSpc>
              <a:spcBef>
                <a:spcPts val="1001"/>
              </a:spcBef>
              <a:buClr>
                <a:srgbClr val="000000"/>
              </a:buClr>
              <a:buFont typeface="Arial"/>
              <a:buChar char="•"/>
            </a:pPr>
            <a:r>
              <a:rPr b="0" lang="en-CH" sz="2800" strike="noStrike" u="none">
                <a:solidFill>
                  <a:srgbClr val="000000"/>
                </a:solidFill>
                <a:effectLst/>
                <a:uFillTx/>
                <a:latin typeface="Calibri"/>
              </a:rPr>
              <a:t>stack</a:t>
            </a:r>
            <a:endParaRPr b="0" lang="en-US" sz="2800" strike="noStrike" u="none">
              <a:solidFill>
                <a:srgbClr val="000000"/>
              </a:solidFill>
              <a:effectLst/>
              <a:uFillTx/>
              <a:latin typeface="Arial"/>
            </a:endParaRPr>
          </a:p>
          <a:p>
            <a:pPr marL="204480" indent="-204480">
              <a:lnSpc>
                <a:spcPct val="90000"/>
              </a:lnSpc>
              <a:spcBef>
                <a:spcPts val="1001"/>
              </a:spcBef>
              <a:buClr>
                <a:srgbClr val="000000"/>
              </a:buClr>
              <a:buFont typeface="Arial"/>
              <a:buChar char="•"/>
            </a:pPr>
            <a:r>
              <a:rPr b="0" lang="en-CH" sz="2800" strike="noStrike" u="none">
                <a:solidFill>
                  <a:srgbClr val="000000"/>
                </a:solidFill>
                <a:effectLst/>
                <a:uFillTx/>
                <a:latin typeface="Calibri"/>
              </a:rPr>
              <a:t>queue</a:t>
            </a:r>
            <a:endParaRPr b="0" lang="en-US" sz="2800" strike="noStrike" u="none">
              <a:solidFill>
                <a:srgbClr val="000000"/>
              </a:solidFill>
              <a:effectLst/>
              <a:uFillTx/>
              <a:latin typeface="Arial"/>
            </a:endParaRPr>
          </a:p>
          <a:p>
            <a:pPr marL="204480" indent="-204480">
              <a:lnSpc>
                <a:spcPct val="90000"/>
              </a:lnSpc>
              <a:spcBef>
                <a:spcPts val="1001"/>
              </a:spcBef>
              <a:buClr>
                <a:srgbClr val="000000"/>
              </a:buClr>
              <a:buFont typeface="Arial"/>
              <a:buChar char="•"/>
            </a:pPr>
            <a:r>
              <a:rPr b="0" lang="en-CH" sz="2800" strike="noStrike" u="none">
                <a:solidFill>
                  <a:srgbClr val="000000"/>
                </a:solidFill>
                <a:effectLst/>
                <a:uFillTx/>
                <a:latin typeface="Calibri"/>
              </a:rPr>
              <a:t>priority  queue</a:t>
            </a:r>
            <a:endParaRPr b="0" lang="en-US" sz="2800" strike="noStrike" u="none">
              <a:solidFill>
                <a:srgbClr val="000000"/>
              </a:solidFill>
              <a:effectLst/>
              <a:uFillTx/>
              <a:latin typeface="Arial"/>
            </a:endParaRPr>
          </a:p>
          <a:p>
            <a:pPr indent="0">
              <a:lnSpc>
                <a:spcPct val="90000"/>
              </a:lnSpc>
              <a:spcBef>
                <a:spcPts val="1001"/>
              </a:spcBef>
              <a:buNone/>
              <a:tabLst>
                <a:tab algn="l" pos="0"/>
              </a:tabLst>
            </a:pPr>
            <a:endParaRPr b="0" lang="en-US" sz="2800" strike="noStrike" u="none">
              <a:solidFill>
                <a:srgbClr val="000000"/>
              </a:solidFill>
              <a:effectLst/>
              <a:uFillTx/>
              <a:latin typeface="Arial"/>
            </a:endParaRPr>
          </a:p>
        </p:txBody>
      </p:sp>
      <p:sp>
        <p:nvSpPr>
          <p:cNvPr id="489" name="PlaceHolder 3"/>
          <p:cNvSpPr>
            <a:spLocks noGrp="1"/>
          </p:cNvSpPr>
          <p:nvPr>
            <p:ph type="dt" idx="143"/>
          </p:nvPr>
        </p:nvSpPr>
        <p:spPr>
          <a:xfrm>
            <a:off x="838080" y="6356520"/>
            <a:ext cx="2742120" cy="363960"/>
          </a:xfrm>
          <a:prstGeom prst="rect">
            <a:avLst/>
          </a:prstGeom>
          <a:noFill/>
          <a:ln w="0">
            <a:noFill/>
          </a:ln>
        </p:spPr>
        <p:txBody>
          <a:bodyPr lIns="90000" rIns="90000" tIns="45000" bIns="45000" anchor="ctr">
            <a:noAutofit/>
          </a:bodyPr>
          <a:lstStyle>
            <a:lvl1pPr indent="0">
              <a:lnSpc>
                <a:spcPct val="100000"/>
              </a:lnSpc>
              <a:buNone/>
              <a:tabLst>
                <a:tab algn="l" pos="0"/>
              </a:tabLst>
              <a:defRPr b="0" lang="de-CH" sz="1200" strike="noStrike" u="none">
                <a:solidFill>
                  <a:srgbClr val="8b8b8b"/>
                </a:solidFill>
                <a:effectLst/>
                <a:uFillTx/>
                <a:latin typeface="Calibri"/>
              </a:defRPr>
            </a:lvl1pPr>
          </a:lstStyle>
          <a:p>
            <a:pPr indent="0">
              <a:lnSpc>
                <a:spcPct val="100000"/>
              </a:lnSpc>
              <a:buNone/>
              <a:tabLst>
                <a:tab algn="l" pos="0"/>
              </a:tabLst>
            </a:pPr>
            <a:r>
              <a:rPr b="0" lang="de-CH" sz="1200" strike="noStrike" u="none">
                <a:solidFill>
                  <a:srgbClr val="8b8b8b"/>
                </a:solidFill>
                <a:effectLst/>
                <a:uFillTx/>
                <a:latin typeface="Calibri"/>
              </a:rPr>
              <a:t>July 2024, CC BY-SA 4.0</a:t>
            </a:r>
            <a:endParaRPr b="0" lang="en-US" sz="1200" strike="noStrike" u="none">
              <a:solidFill>
                <a:srgbClr val="000000"/>
              </a:solidFill>
              <a:effectLst/>
              <a:uFillTx/>
              <a:latin typeface="Times New Roman"/>
            </a:endParaRPr>
          </a:p>
        </p:txBody>
      </p:sp>
      <p:sp>
        <p:nvSpPr>
          <p:cNvPr id="5" name="PlaceHolder 4"/>
          <p:cNvSpPr>
            <a:spLocks noGrp="1"/>
          </p:cNvSpPr>
          <p:nvPr>
            <p:ph type="ftr" idx="37"/>
          </p:nvPr>
        </p:nvSpPr>
        <p:spPr/>
        <p:txBody>
          <a:bodyPr/>
          <a:p>
            <a:r>
              <a:t>Data, v1.0</a:t>
            </a:r>
          </a:p>
        </p:txBody>
      </p:sp>
      <p:sp>
        <p:nvSpPr>
          <p:cNvPr id="6" name="PlaceHolder 5"/>
          <p:cNvSpPr>
            <a:spLocks noGrp="1"/>
          </p:cNvSpPr>
          <p:nvPr>
            <p:ph type="sldNum" idx="38"/>
          </p:nvPr>
        </p:nvSpPr>
        <p:spPr/>
        <p:txBody>
          <a:bodyPr/>
          <a:p>
            <a:fld id="{4414DADE-2325-42DF-8D21-9A4AF8AA61E4}" type="slidenum">
              <a:t>33</a:t>
            </a:fld>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6350" cap="flat" cmpd="sng" algn="ctr">
          <a:prstDash val="solid"/>
          <a:miter/>
        </a:ln>
        <a:ln w="12700" cap="flat" cmpd="sng" algn="ctr">
          <a:prstDash val="solid"/>
          <a:miter/>
        </a:ln>
        <a:ln w="19050" cap="flat" cmpd="sng" algn="ctr">
          <a:prstDash val="solid"/>
          <a:miter/>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7.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104849</TotalTime>
  <Application>LibreOffice/25.2.3.2$Linux_X86_64 LibreOffice_project/520$Build-2</Application>
  <AppVersion>15.0000</AppVersion>
  <Words>2049</Words>
  <Paragraphs>389</Paragraphs>
  <Company>University of Pennsylvania</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2010-10-01T16:09:12Z</dcterms:created>
  <dc:creator>Pietro Berkes</dc:creator>
  <dc:description/>
  <dc:language>en-GB</dc:language>
  <cp:lastModifiedBy/>
  <cp:lastPrinted>2017-08-28T05:46:03Z</cp:lastPrinted>
  <dcterms:modified xsi:type="dcterms:W3CDTF">2025-09-22T19:16:54Z</dcterms:modified>
  <cp:revision>1637</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7</vt:i4>
  </property>
  <property fmtid="{D5CDD505-2E9C-101B-9397-08002B2CF9AE}" pid="3" name="PresentationFormat">
    <vt:lpwstr>Widescreen</vt:lpwstr>
  </property>
  <property fmtid="{D5CDD505-2E9C-101B-9397-08002B2CF9AE}" pid="4" name="Slides">
    <vt:i4>32</vt:i4>
  </property>
</Properties>
</file>